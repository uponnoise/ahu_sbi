
<file path=[Content_Types].xml><?xml version="1.0" encoding="utf-8"?>
<Types xmlns="http://schemas.openxmlformats.org/package/2006/content-types">
  <Default Extension="bin" ContentType="application/vnd.openxmlformats-officedocument.oleObject"/>
  <Default Extension="png" ContentType="image/png"/>
  <Default Extension="emf" ContentType="image/x-emf"/>
  <Default Extension="jpeg" ContentType="image/jpeg"/>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2"/>
  </p:notesMasterIdLst>
  <p:sldIdLst>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5" r:id="rId20"/>
    <p:sldId id="276" r:id="rId21"/>
    <p:sldId id="277" r:id="rId22"/>
    <p:sldId id="278" r:id="rId23"/>
    <p:sldId id="279" r:id="rId24"/>
    <p:sldId id="280" r:id="rId25"/>
    <p:sldId id="281" r:id="rId26"/>
    <p:sldId id="282" r:id="rId27"/>
    <p:sldId id="283" r:id="rId28"/>
    <p:sldId id="284" r:id="rId29"/>
    <p:sldId id="285" r:id="rId30"/>
    <p:sldId id="286" r:id="rId31"/>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115" d="100"/>
          <a:sy n="115" d="100"/>
        </p:scale>
        <p:origin x="372" y="10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2.v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emf"/><Relationship Id="rId1" Type="http://schemas.openxmlformats.org/officeDocument/2006/relationships/image" Target="../media/image2.emf"/></Relationships>
</file>

<file path=ppt/drawings/_rels/vmlDrawing3.v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6.emf"/><Relationship Id="rId1" Type="http://schemas.openxmlformats.org/officeDocument/2006/relationships/image" Target="../media/image5.emf"/></Relationships>
</file>

<file path=ppt/drawings/_rels/vmlDrawing4.v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image" Target="../media/image8.emf"/></Relationships>
</file>

<file path=ppt/drawings/_rels/vmlDrawing5.v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image" Target="../media/image8.emf"/></Relationships>
</file>

<file path=ppt/drawings/_rels/vmlDrawing6.vml.rels><?xml version="1.0" encoding="UTF-8" standalone="yes"?>
<Relationships xmlns="http://schemas.openxmlformats.org/package/2006/relationships"><Relationship Id="rId2" Type="http://schemas.openxmlformats.org/officeDocument/2006/relationships/image" Target="../media/image11.emf"/><Relationship Id="rId1" Type="http://schemas.openxmlformats.org/officeDocument/2006/relationships/image" Target="../media/image10.emf"/></Relationships>
</file>

<file path=ppt/drawings/_rels/vmlDrawing7.vml.rels><?xml version="1.0" encoding="UTF-8" standalone="yes"?>
<Relationships xmlns="http://schemas.openxmlformats.org/package/2006/relationships"><Relationship Id="rId3" Type="http://schemas.openxmlformats.org/officeDocument/2006/relationships/image" Target="../media/image12.emf"/><Relationship Id="rId2" Type="http://schemas.openxmlformats.org/officeDocument/2006/relationships/image" Target="../media/image11.emf"/><Relationship Id="rId1" Type="http://schemas.openxmlformats.org/officeDocument/2006/relationships/image" Target="../media/image10.emf"/><Relationship Id="rId4" Type="http://schemas.openxmlformats.org/officeDocument/2006/relationships/image" Target="../media/image13.emf"/></Relationships>
</file>

<file path=ppt/drawings/_rels/vmlDrawing8.vml.rels><?xml version="1.0" encoding="UTF-8" standalone="yes"?>
<Relationships xmlns="http://schemas.openxmlformats.org/package/2006/relationships"><Relationship Id="rId3" Type="http://schemas.openxmlformats.org/officeDocument/2006/relationships/image" Target="../media/image16.emf"/><Relationship Id="rId2" Type="http://schemas.openxmlformats.org/officeDocument/2006/relationships/image" Target="../media/image15.emf"/><Relationship Id="rId1" Type="http://schemas.openxmlformats.org/officeDocument/2006/relationships/image" Target="../media/image14.emf"/><Relationship Id="rId4" Type="http://schemas.openxmlformats.org/officeDocument/2006/relationships/image" Target="../media/image17.emf"/></Relationships>
</file>

<file path=ppt/drawings/_rels/vmlDrawing9.vml.rels><?xml version="1.0" encoding="UTF-8" standalone="yes"?>
<Relationships xmlns="http://schemas.openxmlformats.org/package/2006/relationships"><Relationship Id="rId3" Type="http://schemas.openxmlformats.org/officeDocument/2006/relationships/image" Target="../media/image20.emf"/><Relationship Id="rId2" Type="http://schemas.openxmlformats.org/officeDocument/2006/relationships/image" Target="../media/image19.emf"/><Relationship Id="rId1" Type="http://schemas.openxmlformats.org/officeDocument/2006/relationships/image" Target="../media/image18.emf"/><Relationship Id="rId5" Type="http://schemas.openxmlformats.org/officeDocument/2006/relationships/image" Target="../media/image22.emf"/><Relationship Id="rId4" Type="http://schemas.openxmlformats.org/officeDocument/2006/relationships/image" Target="../media/image21.emf"/></Relationships>
</file>

<file path=ppt/drawings/_rels/vmlDrawing10.vml.rels><?xml version="1.0" encoding="UTF-8" standalone="yes"?>
<Relationships xmlns="http://schemas.openxmlformats.org/package/2006/relationships"><Relationship Id="rId2" Type="http://schemas.openxmlformats.org/officeDocument/2006/relationships/image" Target="../media/image24.emf"/><Relationship Id="rId1" Type="http://schemas.openxmlformats.org/officeDocument/2006/relationships/image" Target="../media/image23.emf"/></Relationships>
</file>

<file path=ppt/drawings/_rels/vmlDrawing11.vml.rels><?xml version="1.0" encoding="UTF-8" standalone="yes"?>
<Relationships xmlns="http://schemas.openxmlformats.org/package/2006/relationships"><Relationship Id="rId2" Type="http://schemas.openxmlformats.org/officeDocument/2006/relationships/image" Target="../media/image26.emf"/><Relationship Id="rId1" Type="http://schemas.openxmlformats.org/officeDocument/2006/relationships/image" Target="../media/image25.emf"/></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27.emf"/></Relationships>
</file>

<file path=ppt/drawings/_rels/vmlDrawing13.vml.rels><?xml version="1.0" encoding="UTF-8" standalone="yes"?>
<Relationships xmlns="http://schemas.openxmlformats.org/package/2006/relationships"><Relationship Id="rId1" Type="http://schemas.openxmlformats.org/officeDocument/2006/relationships/image" Target="../media/image28.emf"/></Relationships>
</file>

<file path=ppt/drawings/_rels/vmlDrawing14.vml.rels><?xml version="1.0" encoding="UTF-8" standalone="yes"?>
<Relationships xmlns="http://schemas.openxmlformats.org/package/2006/relationships"><Relationship Id="rId1" Type="http://schemas.openxmlformats.org/officeDocument/2006/relationships/image" Target="../media/image29.emf"/></Relationships>
</file>

<file path=ppt/drawings/_rels/vmlDrawing15.vml.rels><?xml version="1.0" encoding="UTF-8" standalone="yes"?>
<Relationships xmlns="http://schemas.openxmlformats.org/package/2006/relationships"><Relationship Id="rId1" Type="http://schemas.openxmlformats.org/officeDocument/2006/relationships/image" Target="../media/image30.emf"/></Relationships>
</file>

<file path=ppt/drawings/_rels/vmlDrawing16.vml.rels><?xml version="1.0" encoding="UTF-8" standalone="yes"?>
<Relationships xmlns="http://schemas.openxmlformats.org/package/2006/relationships"><Relationship Id="rId1" Type="http://schemas.openxmlformats.org/officeDocument/2006/relationships/image" Target="../media/image31.emf"/></Relationships>
</file>

<file path=ppt/drawings/_rels/vmlDrawing17.vml.rels><?xml version="1.0" encoding="UTF-8" standalone="yes"?>
<Relationships xmlns="http://schemas.openxmlformats.org/package/2006/relationships"><Relationship Id="rId1" Type="http://schemas.openxmlformats.org/officeDocument/2006/relationships/image" Target="../media/image32.emf"/></Relationships>
</file>

<file path=ppt/drawings/_rels/vmlDrawing18.vml.rels><?xml version="1.0" encoding="UTF-8" standalone="yes"?>
<Relationships xmlns="http://schemas.openxmlformats.org/package/2006/relationships"><Relationship Id="rId1" Type="http://schemas.openxmlformats.org/officeDocument/2006/relationships/image" Target="../media/image33.emf"/></Relationships>
</file>

<file path=ppt/drawings/_rels/vmlDrawing19.vml.rels><?xml version="1.0" encoding="UTF-8" standalone="yes"?>
<Relationships xmlns="http://schemas.openxmlformats.org/package/2006/relationships"><Relationship Id="rId1" Type="http://schemas.openxmlformats.org/officeDocument/2006/relationships/image" Target="../media/image34.emf"/></Relationships>
</file>

<file path=ppt/drawings/_rels/vmlDrawing20.vml.rels><?xml version="1.0" encoding="UTF-8" standalone="yes"?>
<Relationships xmlns="http://schemas.openxmlformats.org/package/2006/relationships"><Relationship Id="rId1" Type="http://schemas.openxmlformats.org/officeDocument/2006/relationships/image" Target="../media/image35.emf"/></Relationships>
</file>

<file path=ppt/drawings/_rels/vmlDrawing21.vml.rels><?xml version="1.0" encoding="UTF-8" standalone="yes"?>
<Relationships xmlns="http://schemas.openxmlformats.org/package/2006/relationships"><Relationship Id="rId1" Type="http://schemas.openxmlformats.org/officeDocument/2006/relationships/image" Target="../media/image36.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E41BA3A-C20C-41C9-B9FE-D1773E90E282}" type="datetimeFigureOut">
              <a:rPr lang="zh-CN" altLang="en-US" smtClean="0"/>
              <a:t>2025/11/26</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FC38364-07F9-45E1-A99C-2CCBADE9AD88}" type="slidenum">
              <a:rPr lang="zh-CN" altLang="en-US" smtClean="0"/>
              <a:t>‹#›</a:t>
            </a:fld>
            <a:endParaRPr lang="zh-CN" altLang="en-US"/>
          </a:p>
        </p:txBody>
      </p:sp>
    </p:spTree>
    <p:extLst>
      <p:ext uri="{BB962C8B-B14F-4D97-AF65-F5344CB8AC3E}">
        <p14:creationId xmlns:p14="http://schemas.microsoft.com/office/powerpoint/2010/main" val="29318509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Rectangle 7">
            <a:extLst>
              <a:ext uri="{FF2B5EF4-FFF2-40B4-BE49-F238E27FC236}">
                <a16:creationId xmlns:a16="http://schemas.microsoft.com/office/drawing/2014/main" id="{DEC6560A-DE0A-AB48-B3E5-77AFE7D4C77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2400">
                <a:solidFill>
                  <a:schemeClr val="tx1"/>
                </a:solidFill>
                <a:latin typeface="Times New Roman" panose="02020603050405020304" pitchFamily="18" charset="0"/>
                <a:ea typeface="ＭＳ Ｐゴシック" panose="020B0600070205080204" pitchFamily="34" charset="-128"/>
              </a:defRPr>
            </a:lvl1pPr>
            <a:lvl2pPr marL="742950" indent="-285750" defTabSz="931863" eaLnBrk="0" hangingPunct="0">
              <a:defRPr sz="2400">
                <a:solidFill>
                  <a:schemeClr val="tx1"/>
                </a:solidFill>
                <a:latin typeface="Times New Roman" panose="02020603050405020304" pitchFamily="18" charset="0"/>
                <a:ea typeface="ＭＳ Ｐゴシック" panose="020B0600070205080204" pitchFamily="34" charset="-128"/>
              </a:defRPr>
            </a:lvl2pPr>
            <a:lvl3pPr marL="1143000" indent="-228600" defTabSz="931863" eaLnBrk="0" hangingPunct="0">
              <a:defRPr sz="2400">
                <a:solidFill>
                  <a:schemeClr val="tx1"/>
                </a:solidFill>
                <a:latin typeface="Times New Roman" panose="02020603050405020304" pitchFamily="18" charset="0"/>
                <a:ea typeface="ＭＳ Ｐゴシック" panose="020B0600070205080204" pitchFamily="34" charset="-128"/>
              </a:defRPr>
            </a:lvl3pPr>
            <a:lvl4pPr marL="1600200" indent="-228600" defTabSz="931863" eaLnBrk="0" hangingPunct="0">
              <a:defRPr sz="2400">
                <a:solidFill>
                  <a:schemeClr val="tx1"/>
                </a:solidFill>
                <a:latin typeface="Times New Roman" panose="02020603050405020304" pitchFamily="18" charset="0"/>
                <a:ea typeface="ＭＳ Ｐゴシック" panose="020B0600070205080204" pitchFamily="34" charset="-128"/>
              </a:defRPr>
            </a:lvl4pPr>
            <a:lvl5pPr marL="2057400" indent="-228600" defTabSz="931863" eaLnBrk="0" hangingPunct="0">
              <a:defRPr sz="2400">
                <a:solidFill>
                  <a:schemeClr val="tx1"/>
                </a:solidFill>
                <a:latin typeface="Times New Roman" panose="02020603050405020304" pitchFamily="18" charset="0"/>
                <a:ea typeface="ＭＳ Ｐゴシック" panose="020B0600070205080204" pitchFamily="34" charset="-128"/>
              </a:defRPr>
            </a:lvl5pPr>
            <a:lvl6pPr marL="2514600" indent="-228600" defTabSz="931863"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defTabSz="931863"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defTabSz="931863"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defTabSz="931863"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eaLnBrk="1" hangingPunct="1"/>
            <a:fld id="{055E3B71-1243-6A48-91A4-E788D793B9AD}" type="slidenum">
              <a:rPr lang="en-US" altLang="en-US" sz="1200">
                <a:latin typeface="Arial" panose="020B0604020202020204" pitchFamily="34" charset="0"/>
              </a:rPr>
              <a:pPr eaLnBrk="1" hangingPunct="1"/>
              <a:t>1</a:t>
            </a:fld>
            <a:endParaRPr lang="en-US" altLang="en-US" sz="1200">
              <a:latin typeface="Arial" panose="020B0604020202020204" pitchFamily="34" charset="0"/>
            </a:endParaRPr>
          </a:p>
        </p:txBody>
      </p:sp>
      <p:sp>
        <p:nvSpPr>
          <p:cNvPr id="20482" name="Rectangle 2">
            <a:extLst>
              <a:ext uri="{FF2B5EF4-FFF2-40B4-BE49-F238E27FC236}">
                <a16:creationId xmlns:a16="http://schemas.microsoft.com/office/drawing/2014/main" id="{DDFB1605-B494-A54E-880C-935FA36B741F}"/>
              </a:ext>
            </a:extLst>
          </p:cNvPr>
          <p:cNvSpPr>
            <a:spLocks noGrp="1" noRot="1" noChangeAspect="1" noChangeArrowheads="1" noTextEdit="1"/>
          </p:cNvSpPr>
          <p:nvPr>
            <p:ph type="sldImg"/>
          </p:nvPr>
        </p:nvSpPr>
        <p:spPr>
          <a:ln/>
        </p:spPr>
      </p:sp>
      <p:sp>
        <p:nvSpPr>
          <p:cNvPr id="20483" name="Rectangle 3">
            <a:extLst>
              <a:ext uri="{FF2B5EF4-FFF2-40B4-BE49-F238E27FC236}">
                <a16:creationId xmlns:a16="http://schemas.microsoft.com/office/drawing/2014/main" id="{E3CBC607-7BB6-CD42-A744-C4802D98A39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a typeface="ＭＳ Ｐゴシック" panose="020B0600070205080204" pitchFamily="34" charset="-128"/>
            </a:endParaRPr>
          </a:p>
        </p:txBody>
      </p:sp>
    </p:spTree>
    <p:extLst>
      <p:ext uri="{BB962C8B-B14F-4D97-AF65-F5344CB8AC3E}">
        <p14:creationId xmlns:p14="http://schemas.microsoft.com/office/powerpoint/2010/main" val="372168302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单击以编辑母版副标题样式</a:t>
            </a:r>
            <a:endParaRPr lang="zh-CN" altLang="en-US"/>
          </a:p>
        </p:txBody>
      </p:sp>
      <p:sp>
        <p:nvSpPr>
          <p:cNvPr id="4" name="日期占位符 3"/>
          <p:cNvSpPr>
            <a:spLocks noGrp="1"/>
          </p:cNvSpPr>
          <p:nvPr>
            <p:ph type="dt" sz="half" idx="10"/>
          </p:nvPr>
        </p:nvSpPr>
        <p:spPr/>
        <p:txBody>
          <a:bodyPr/>
          <a:lstStyle/>
          <a:p>
            <a:fld id="{DDB9372E-D143-4CF8-8BC1-F6E7140FDE8E}" type="datetimeFigureOut">
              <a:rPr lang="zh-CN" altLang="en-US" smtClean="0"/>
              <a:t>2025/11/26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98EA0935-727A-4385-A52A-C9FFDAD2F9B3}" type="slidenum">
              <a:rPr lang="zh-CN" altLang="en-US" smtClean="0"/>
              <a:t>‹#›</a:t>
            </a:fld>
            <a:endParaRPr lang="zh-CN" altLang="en-US"/>
          </a:p>
        </p:txBody>
      </p:sp>
    </p:spTree>
    <p:extLst>
      <p:ext uri="{BB962C8B-B14F-4D97-AF65-F5344CB8AC3E}">
        <p14:creationId xmlns:p14="http://schemas.microsoft.com/office/powerpoint/2010/main" val="3202547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DB9372E-D143-4CF8-8BC1-F6E7140FDE8E}" type="datetimeFigureOut">
              <a:rPr lang="zh-CN" altLang="en-US" smtClean="0"/>
              <a:t>2025/11/26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98EA0935-727A-4385-A52A-C9FFDAD2F9B3}" type="slidenum">
              <a:rPr lang="zh-CN" altLang="en-US" smtClean="0"/>
              <a:t>‹#›</a:t>
            </a:fld>
            <a:endParaRPr lang="zh-CN" altLang="en-US"/>
          </a:p>
        </p:txBody>
      </p:sp>
    </p:spTree>
    <p:extLst>
      <p:ext uri="{BB962C8B-B14F-4D97-AF65-F5344CB8AC3E}">
        <p14:creationId xmlns:p14="http://schemas.microsoft.com/office/powerpoint/2010/main" val="173694809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smtClean="0"/>
              <a:t>编辑母版文本样式</a:t>
            </a:r>
          </a:p>
        </p:txBody>
      </p:sp>
      <p:sp>
        <p:nvSpPr>
          <p:cNvPr id="4" name="日期占位符 3"/>
          <p:cNvSpPr>
            <a:spLocks noGrp="1"/>
          </p:cNvSpPr>
          <p:nvPr>
            <p:ph type="dt" sz="half" idx="10"/>
          </p:nvPr>
        </p:nvSpPr>
        <p:spPr/>
        <p:txBody>
          <a:bodyPr/>
          <a:lstStyle/>
          <a:p>
            <a:fld id="{DDB9372E-D143-4CF8-8BC1-F6E7140FDE8E}" type="datetimeFigureOut">
              <a:rPr lang="zh-CN" altLang="en-US" smtClean="0"/>
              <a:t>2025/11/26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98EA0935-727A-4385-A52A-C9FFDAD2F9B3}" type="slidenum">
              <a:rPr lang="zh-CN" altLang="en-US" smtClean="0"/>
              <a:t>‹#›</a:t>
            </a:fld>
            <a:endParaRPr lang="zh-CN" altLang="en-US"/>
          </a:p>
        </p:txBody>
      </p:sp>
    </p:spTree>
    <p:extLst>
      <p:ext uri="{BB962C8B-B14F-4D97-AF65-F5344CB8AC3E}">
        <p14:creationId xmlns:p14="http://schemas.microsoft.com/office/powerpoint/2010/main" val="160000300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DDB9372E-D143-4CF8-8BC1-F6E7140FDE8E}" type="datetimeFigureOut">
              <a:rPr lang="zh-CN" altLang="en-US" smtClean="0"/>
              <a:t>2025/11/26</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98EA0935-727A-4385-A52A-C9FFDAD2F9B3}" type="slidenum">
              <a:rPr lang="zh-CN" altLang="en-US" smtClean="0"/>
              <a:t>‹#›</a:t>
            </a:fld>
            <a:endParaRPr lang="zh-CN" altLang="en-US"/>
          </a:p>
        </p:txBody>
      </p:sp>
    </p:spTree>
    <p:extLst>
      <p:ext uri="{BB962C8B-B14F-4D97-AF65-F5344CB8AC3E}">
        <p14:creationId xmlns:p14="http://schemas.microsoft.com/office/powerpoint/2010/main" val="419647177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DDB9372E-D143-4CF8-8BC1-F6E7140FDE8E}" type="datetimeFigureOut">
              <a:rPr lang="zh-CN" altLang="en-US" smtClean="0"/>
              <a:t>2025/11/26</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98EA0935-727A-4385-A52A-C9FFDAD2F9B3}" type="slidenum">
              <a:rPr lang="zh-CN" altLang="en-US" smtClean="0"/>
              <a:t>‹#›</a:t>
            </a:fld>
            <a:endParaRPr lang="zh-CN" altLang="en-US"/>
          </a:p>
        </p:txBody>
      </p:sp>
    </p:spTree>
    <p:extLst>
      <p:ext uri="{BB962C8B-B14F-4D97-AF65-F5344CB8AC3E}">
        <p14:creationId xmlns:p14="http://schemas.microsoft.com/office/powerpoint/2010/main" val="200355635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DDB9372E-D143-4CF8-8BC1-F6E7140FDE8E}" type="datetimeFigureOut">
              <a:rPr lang="zh-CN" altLang="en-US" smtClean="0"/>
              <a:t>2025/11/26</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98EA0935-727A-4385-A52A-C9FFDAD2F9B3}" type="slidenum">
              <a:rPr lang="zh-CN" altLang="en-US" smtClean="0"/>
              <a:t>‹#›</a:t>
            </a:fld>
            <a:endParaRPr lang="zh-CN" altLang="en-US"/>
          </a:p>
        </p:txBody>
      </p:sp>
    </p:spTree>
    <p:extLst>
      <p:ext uri="{BB962C8B-B14F-4D97-AF65-F5344CB8AC3E}">
        <p14:creationId xmlns:p14="http://schemas.microsoft.com/office/powerpoint/2010/main" val="74202974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DDB9372E-D143-4CF8-8BC1-F6E7140FDE8E}" type="datetimeFigureOut">
              <a:rPr lang="zh-CN" altLang="en-US" smtClean="0"/>
              <a:t>2025/11/26</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98EA0935-727A-4385-A52A-C9FFDAD2F9B3}" type="slidenum">
              <a:rPr lang="zh-CN" altLang="en-US" smtClean="0"/>
              <a:t>‹#›</a:t>
            </a:fld>
            <a:endParaRPr lang="zh-CN" altLang="en-US"/>
          </a:p>
        </p:txBody>
      </p:sp>
    </p:spTree>
    <p:extLst>
      <p:ext uri="{BB962C8B-B14F-4D97-AF65-F5344CB8AC3E}">
        <p14:creationId xmlns:p14="http://schemas.microsoft.com/office/powerpoint/2010/main" val="26409478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编辑母版文本样式</a:t>
            </a:r>
          </a:p>
        </p:txBody>
      </p:sp>
      <p:sp>
        <p:nvSpPr>
          <p:cNvPr id="5" name="日期占位符 4"/>
          <p:cNvSpPr>
            <a:spLocks noGrp="1"/>
          </p:cNvSpPr>
          <p:nvPr>
            <p:ph type="dt" sz="half" idx="10"/>
          </p:nvPr>
        </p:nvSpPr>
        <p:spPr/>
        <p:txBody>
          <a:bodyPr/>
          <a:lstStyle/>
          <a:p>
            <a:fld id="{DDB9372E-D143-4CF8-8BC1-F6E7140FDE8E}" type="datetimeFigureOut">
              <a:rPr lang="zh-CN" altLang="en-US" smtClean="0"/>
              <a:t>2025/11/26</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98EA0935-727A-4385-A52A-C9FFDAD2F9B3}" type="slidenum">
              <a:rPr lang="zh-CN" altLang="en-US" smtClean="0"/>
              <a:t>‹#›</a:t>
            </a:fld>
            <a:endParaRPr lang="zh-CN" altLang="en-US"/>
          </a:p>
        </p:txBody>
      </p:sp>
    </p:spTree>
    <p:extLst>
      <p:ext uri="{BB962C8B-B14F-4D97-AF65-F5344CB8AC3E}">
        <p14:creationId xmlns:p14="http://schemas.microsoft.com/office/powerpoint/2010/main" val="8693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编辑母版文本样式</a:t>
            </a:r>
          </a:p>
        </p:txBody>
      </p:sp>
      <p:sp>
        <p:nvSpPr>
          <p:cNvPr id="5" name="日期占位符 4"/>
          <p:cNvSpPr>
            <a:spLocks noGrp="1"/>
          </p:cNvSpPr>
          <p:nvPr>
            <p:ph type="dt" sz="half" idx="10"/>
          </p:nvPr>
        </p:nvSpPr>
        <p:spPr/>
        <p:txBody>
          <a:bodyPr/>
          <a:lstStyle/>
          <a:p>
            <a:fld id="{DDB9372E-D143-4CF8-8BC1-F6E7140FDE8E}" type="datetimeFigureOut">
              <a:rPr lang="zh-CN" altLang="en-US" smtClean="0"/>
              <a:t>2025/11/26</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98EA0935-727A-4385-A52A-C9FFDAD2F9B3}" type="slidenum">
              <a:rPr lang="zh-CN" altLang="en-US" smtClean="0"/>
              <a:t>‹#›</a:t>
            </a:fld>
            <a:endParaRPr lang="zh-CN" altLang="en-US"/>
          </a:p>
        </p:txBody>
      </p:sp>
    </p:spTree>
    <p:extLst>
      <p:ext uri="{BB962C8B-B14F-4D97-AF65-F5344CB8AC3E}">
        <p14:creationId xmlns:p14="http://schemas.microsoft.com/office/powerpoint/2010/main" val="144576914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DB9372E-D143-4CF8-8BC1-F6E7140FDE8E}" type="datetimeFigureOut">
              <a:rPr lang="zh-CN" altLang="en-US" smtClean="0"/>
              <a:t>2025/11/26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98EA0935-727A-4385-A52A-C9FFDAD2F9B3}" type="slidenum">
              <a:rPr lang="zh-CN" altLang="en-US" smtClean="0"/>
              <a:t>‹#›</a:t>
            </a:fld>
            <a:endParaRPr lang="zh-CN" altLang="en-US"/>
          </a:p>
        </p:txBody>
      </p:sp>
    </p:spTree>
    <p:extLst>
      <p:ext uri="{BB962C8B-B14F-4D97-AF65-F5344CB8AC3E}">
        <p14:creationId xmlns:p14="http://schemas.microsoft.com/office/powerpoint/2010/main" val="327942531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DB9372E-D143-4CF8-8BC1-F6E7140FDE8E}" type="datetimeFigureOut">
              <a:rPr lang="zh-CN" altLang="en-US" smtClean="0"/>
              <a:t>2025/11/26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98EA0935-727A-4385-A52A-C9FFDAD2F9B3}" type="slidenum">
              <a:rPr lang="zh-CN" altLang="en-US" smtClean="0"/>
              <a:t>‹#›</a:t>
            </a:fld>
            <a:endParaRPr lang="zh-CN" altLang="en-US"/>
          </a:p>
        </p:txBody>
      </p:sp>
    </p:spTree>
    <p:extLst>
      <p:ext uri="{BB962C8B-B14F-4D97-AF65-F5344CB8AC3E}">
        <p14:creationId xmlns:p14="http://schemas.microsoft.com/office/powerpoint/2010/main" val="181629844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DB9372E-D143-4CF8-8BC1-F6E7140FDE8E}" type="datetimeFigureOut">
              <a:rPr lang="zh-CN" altLang="en-US" smtClean="0"/>
              <a:t>2025/11/26</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8EA0935-727A-4385-A52A-C9FFDAD2F9B3}" type="slidenum">
              <a:rPr lang="zh-CN" altLang="en-US" smtClean="0"/>
              <a:t>‹#›</a:t>
            </a:fld>
            <a:endParaRPr lang="zh-CN" altLang="en-US"/>
          </a:p>
        </p:txBody>
      </p:sp>
    </p:spTree>
    <p:extLst>
      <p:ext uri="{BB962C8B-B14F-4D97-AF65-F5344CB8AC3E}">
        <p14:creationId xmlns:p14="http://schemas.microsoft.com/office/powerpoint/2010/main" val="270540737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 Id="rId4" Type="http://schemas.openxmlformats.org/officeDocument/2006/relationships/image" Target="../media/image1.emf"/></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8" Type="http://schemas.openxmlformats.org/officeDocument/2006/relationships/image" Target="../media/image4.emf"/><Relationship Id="rId3" Type="http://schemas.openxmlformats.org/officeDocument/2006/relationships/oleObject" Target="../embeddings/oleObject2.bin"/><Relationship Id="rId7" Type="http://schemas.openxmlformats.org/officeDocument/2006/relationships/oleObject" Target="../embeddings/oleObject4.bin"/><Relationship Id="rId2" Type="http://schemas.openxmlformats.org/officeDocument/2006/relationships/slideLayout" Target="../slideLayouts/slideLayout2.xml"/><Relationship Id="rId1" Type="http://schemas.openxmlformats.org/officeDocument/2006/relationships/vmlDrawing" Target="../drawings/vmlDrawing2.vml"/><Relationship Id="rId6" Type="http://schemas.openxmlformats.org/officeDocument/2006/relationships/image" Target="../media/image3.emf"/><Relationship Id="rId5" Type="http://schemas.openxmlformats.org/officeDocument/2006/relationships/oleObject" Target="../embeddings/oleObject3.bin"/><Relationship Id="rId4" Type="http://schemas.openxmlformats.org/officeDocument/2006/relationships/image" Target="../media/image2.emf"/></Relationships>
</file>

<file path=ppt/slides/_rels/slide5.xml.rels><?xml version="1.0" encoding="UTF-8" standalone="yes"?>
<Relationships xmlns="http://schemas.openxmlformats.org/package/2006/relationships"><Relationship Id="rId8" Type="http://schemas.openxmlformats.org/officeDocument/2006/relationships/image" Target="../media/image7.emf"/><Relationship Id="rId3" Type="http://schemas.openxmlformats.org/officeDocument/2006/relationships/oleObject" Target="../embeddings/oleObject5.bin"/><Relationship Id="rId7" Type="http://schemas.openxmlformats.org/officeDocument/2006/relationships/oleObject" Target="../embeddings/oleObject7.bin"/><Relationship Id="rId2" Type="http://schemas.openxmlformats.org/officeDocument/2006/relationships/slideLayout" Target="../slideLayouts/slideLayout2.xml"/><Relationship Id="rId1" Type="http://schemas.openxmlformats.org/officeDocument/2006/relationships/vmlDrawing" Target="../drawings/vmlDrawing3.vml"/><Relationship Id="rId6" Type="http://schemas.openxmlformats.org/officeDocument/2006/relationships/image" Target="../media/image6.emf"/><Relationship Id="rId5" Type="http://schemas.openxmlformats.org/officeDocument/2006/relationships/oleObject" Target="../embeddings/oleObject6.bin"/><Relationship Id="rId4" Type="http://schemas.openxmlformats.org/officeDocument/2006/relationships/image" Target="../media/image5.emf"/></Relationships>
</file>

<file path=ppt/slides/_rels/slide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Layout" Target="../slideLayouts/slideLayout2.xml"/><Relationship Id="rId1" Type="http://schemas.openxmlformats.org/officeDocument/2006/relationships/vmlDrawing" Target="../drawings/vmlDrawing4.vml"/><Relationship Id="rId6" Type="http://schemas.openxmlformats.org/officeDocument/2006/relationships/image" Target="../media/image9.emf"/><Relationship Id="rId5" Type="http://schemas.openxmlformats.org/officeDocument/2006/relationships/oleObject" Target="../embeddings/oleObject9.bin"/><Relationship Id="rId4" Type="http://schemas.openxmlformats.org/officeDocument/2006/relationships/image" Target="../media/image8.emf"/></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7" Type="http://schemas.openxmlformats.org/officeDocument/2006/relationships/image" Target="../media/image9.emf"/><Relationship Id="rId2" Type="http://schemas.openxmlformats.org/officeDocument/2006/relationships/slideLayout" Target="../slideLayouts/slideLayout2.xml"/><Relationship Id="rId1" Type="http://schemas.openxmlformats.org/officeDocument/2006/relationships/vmlDrawing" Target="../drawings/vmlDrawing5.vml"/><Relationship Id="rId6" Type="http://schemas.openxmlformats.org/officeDocument/2006/relationships/oleObject" Target="../embeddings/oleObject11.bin"/><Relationship Id="rId5" Type="http://schemas.openxmlformats.org/officeDocument/2006/relationships/image" Target="../media/image8.emf"/><Relationship Id="rId4" Type="http://schemas.openxmlformats.org/officeDocument/2006/relationships/oleObject" Target="../embeddings/oleObject10.bin"/></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7" Type="http://schemas.openxmlformats.org/officeDocument/2006/relationships/image" Target="../media/image11.emf"/><Relationship Id="rId2" Type="http://schemas.openxmlformats.org/officeDocument/2006/relationships/slideLayout" Target="../slideLayouts/slideLayout2.xml"/><Relationship Id="rId1" Type="http://schemas.openxmlformats.org/officeDocument/2006/relationships/vmlDrawing" Target="../drawings/vmlDrawing6.vml"/><Relationship Id="rId6" Type="http://schemas.openxmlformats.org/officeDocument/2006/relationships/oleObject" Target="../embeddings/oleObject13.bin"/><Relationship Id="rId5" Type="http://schemas.openxmlformats.org/officeDocument/2006/relationships/image" Target="../media/image10.emf"/><Relationship Id="rId4" Type="http://schemas.openxmlformats.org/officeDocument/2006/relationships/oleObject" Target="../embeddings/oleObject12.bin"/></Relationships>
</file>

<file path=ppt/slides/_rels/slide10.xml.rels><?xml version="1.0" encoding="UTF-8" standalone="yes"?>
<Relationships xmlns="http://schemas.openxmlformats.org/package/2006/relationships"><Relationship Id="rId8" Type="http://schemas.openxmlformats.org/officeDocument/2006/relationships/image" Target="../media/image12.emf"/><Relationship Id="rId3" Type="http://schemas.openxmlformats.org/officeDocument/2006/relationships/oleObject" Target="../embeddings/oleObject14.bin"/><Relationship Id="rId7" Type="http://schemas.openxmlformats.org/officeDocument/2006/relationships/oleObject" Target="../embeddings/oleObject16.bin"/><Relationship Id="rId2" Type="http://schemas.openxmlformats.org/officeDocument/2006/relationships/slideLayout" Target="../slideLayouts/slideLayout2.xml"/><Relationship Id="rId1" Type="http://schemas.openxmlformats.org/officeDocument/2006/relationships/vmlDrawing" Target="../drawings/vmlDrawing7.vml"/><Relationship Id="rId6" Type="http://schemas.openxmlformats.org/officeDocument/2006/relationships/image" Target="../media/image11.emf"/><Relationship Id="rId5" Type="http://schemas.openxmlformats.org/officeDocument/2006/relationships/oleObject" Target="../embeddings/oleObject15.bin"/><Relationship Id="rId10" Type="http://schemas.openxmlformats.org/officeDocument/2006/relationships/image" Target="../media/image13.emf"/><Relationship Id="rId4" Type="http://schemas.openxmlformats.org/officeDocument/2006/relationships/image" Target="../media/image10.emf"/><Relationship Id="rId9" Type="http://schemas.openxmlformats.org/officeDocument/2006/relationships/oleObject" Target="../embeddings/oleObject17.bin"/></Relationships>
</file>

<file path=ppt/slides/_rels/slide11.xml.rels><?xml version="1.0" encoding="UTF-8" standalone="yes"?>
<Relationships xmlns="http://schemas.openxmlformats.org/package/2006/relationships"><Relationship Id="rId8" Type="http://schemas.openxmlformats.org/officeDocument/2006/relationships/image" Target="../media/image16.emf"/><Relationship Id="rId3" Type="http://schemas.openxmlformats.org/officeDocument/2006/relationships/oleObject" Target="../embeddings/oleObject18.bin"/><Relationship Id="rId7" Type="http://schemas.openxmlformats.org/officeDocument/2006/relationships/oleObject" Target="../embeddings/oleObject20.bin"/><Relationship Id="rId2" Type="http://schemas.openxmlformats.org/officeDocument/2006/relationships/slideLayout" Target="../slideLayouts/slideLayout2.xml"/><Relationship Id="rId1" Type="http://schemas.openxmlformats.org/officeDocument/2006/relationships/vmlDrawing" Target="../drawings/vmlDrawing8.vml"/><Relationship Id="rId6" Type="http://schemas.openxmlformats.org/officeDocument/2006/relationships/image" Target="../media/image15.emf"/><Relationship Id="rId5" Type="http://schemas.openxmlformats.org/officeDocument/2006/relationships/oleObject" Target="../embeddings/oleObject19.bin"/><Relationship Id="rId10" Type="http://schemas.openxmlformats.org/officeDocument/2006/relationships/image" Target="../media/image17.emf"/><Relationship Id="rId4" Type="http://schemas.openxmlformats.org/officeDocument/2006/relationships/image" Target="../media/image14.emf"/><Relationship Id="rId9" Type="http://schemas.openxmlformats.org/officeDocument/2006/relationships/oleObject" Target="../embeddings/oleObject21.bin"/></Relationships>
</file>

<file path=ppt/slides/_rels/slide12.xml.rels><?xml version="1.0" encoding="UTF-8" standalone="yes"?>
<Relationships xmlns="http://schemas.openxmlformats.org/package/2006/relationships"><Relationship Id="rId8" Type="http://schemas.openxmlformats.org/officeDocument/2006/relationships/image" Target="../media/image20.emf"/><Relationship Id="rId3" Type="http://schemas.openxmlformats.org/officeDocument/2006/relationships/oleObject" Target="../embeddings/oleObject22.bin"/><Relationship Id="rId7" Type="http://schemas.openxmlformats.org/officeDocument/2006/relationships/oleObject" Target="../embeddings/oleObject24.bin"/><Relationship Id="rId12" Type="http://schemas.openxmlformats.org/officeDocument/2006/relationships/image" Target="../media/image22.emf"/><Relationship Id="rId2" Type="http://schemas.openxmlformats.org/officeDocument/2006/relationships/slideLayout" Target="../slideLayouts/slideLayout2.xml"/><Relationship Id="rId1" Type="http://schemas.openxmlformats.org/officeDocument/2006/relationships/vmlDrawing" Target="../drawings/vmlDrawing9.vml"/><Relationship Id="rId6" Type="http://schemas.openxmlformats.org/officeDocument/2006/relationships/image" Target="../media/image19.emf"/><Relationship Id="rId11" Type="http://schemas.openxmlformats.org/officeDocument/2006/relationships/oleObject" Target="../embeddings/oleObject26.bin"/><Relationship Id="rId5" Type="http://schemas.openxmlformats.org/officeDocument/2006/relationships/oleObject" Target="../embeddings/oleObject23.bin"/><Relationship Id="rId10" Type="http://schemas.openxmlformats.org/officeDocument/2006/relationships/image" Target="../media/image21.emf"/><Relationship Id="rId4" Type="http://schemas.openxmlformats.org/officeDocument/2006/relationships/image" Target="../media/image18.emf"/><Relationship Id="rId9" Type="http://schemas.openxmlformats.org/officeDocument/2006/relationships/oleObject" Target="../embeddings/oleObject25.bin"/></Relationships>
</file>

<file path=ppt/slides/_rels/slide13.xml.rels><?xml version="1.0" encoding="UTF-8" standalone="yes"?>
<Relationships xmlns="http://schemas.openxmlformats.org/package/2006/relationships"><Relationship Id="rId3" Type="http://schemas.openxmlformats.org/officeDocument/2006/relationships/oleObject" Target="../embeddings/oleObject27.bin"/><Relationship Id="rId2" Type="http://schemas.openxmlformats.org/officeDocument/2006/relationships/slideLayout" Target="../slideLayouts/slideLayout2.xml"/><Relationship Id="rId1" Type="http://schemas.openxmlformats.org/officeDocument/2006/relationships/vmlDrawing" Target="../drawings/vmlDrawing10.vml"/><Relationship Id="rId6" Type="http://schemas.openxmlformats.org/officeDocument/2006/relationships/image" Target="../media/image24.emf"/><Relationship Id="rId5" Type="http://schemas.openxmlformats.org/officeDocument/2006/relationships/oleObject" Target="../embeddings/oleObject28.bin"/><Relationship Id="rId4" Type="http://schemas.openxmlformats.org/officeDocument/2006/relationships/image" Target="../media/image23.emf"/></Relationships>
</file>

<file path=ppt/slides/_rels/slide14.xml.rels><?xml version="1.0" encoding="UTF-8" standalone="yes"?>
<Relationships xmlns="http://schemas.openxmlformats.org/package/2006/relationships"><Relationship Id="rId3" Type="http://schemas.openxmlformats.org/officeDocument/2006/relationships/oleObject" Target="../embeddings/oleObject29.bin"/><Relationship Id="rId2" Type="http://schemas.openxmlformats.org/officeDocument/2006/relationships/slideLayout" Target="../slideLayouts/slideLayout2.xml"/><Relationship Id="rId1" Type="http://schemas.openxmlformats.org/officeDocument/2006/relationships/vmlDrawing" Target="../drawings/vmlDrawing11.vml"/><Relationship Id="rId6" Type="http://schemas.openxmlformats.org/officeDocument/2006/relationships/image" Target="../media/image26.emf"/><Relationship Id="rId5" Type="http://schemas.openxmlformats.org/officeDocument/2006/relationships/oleObject" Target="../embeddings/oleObject30.bin"/><Relationship Id="rId4" Type="http://schemas.openxmlformats.org/officeDocument/2006/relationships/image" Target="../media/image25.emf"/></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slideLayout" Target="../slideLayouts/slideLayout2.xml"/><Relationship Id="rId1" Type="http://schemas.openxmlformats.org/officeDocument/2006/relationships/vmlDrawing" Target="../drawings/vmlDrawing12.vml"/><Relationship Id="rId5" Type="http://schemas.openxmlformats.org/officeDocument/2006/relationships/image" Target="../media/image27.emf"/><Relationship Id="rId4" Type="http://schemas.openxmlformats.org/officeDocument/2006/relationships/oleObject" Target="../embeddings/oleObject31.bin"/></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oleObject" Target="../embeddings/oleObject32.bin"/><Relationship Id="rId2" Type="http://schemas.openxmlformats.org/officeDocument/2006/relationships/slideLayout" Target="../slideLayouts/slideLayout2.xml"/><Relationship Id="rId1" Type="http://schemas.openxmlformats.org/officeDocument/2006/relationships/vmlDrawing" Target="../drawings/vmlDrawing13.vml"/><Relationship Id="rId4" Type="http://schemas.openxmlformats.org/officeDocument/2006/relationships/image" Target="../media/image28.emf"/></Relationships>
</file>

<file path=ppt/slides/_rels/slide19.xml.rels><?xml version="1.0" encoding="UTF-8" standalone="yes"?>
<Relationships xmlns="http://schemas.openxmlformats.org/package/2006/relationships"><Relationship Id="rId3" Type="http://schemas.openxmlformats.org/officeDocument/2006/relationships/oleObject" Target="../embeddings/oleObject33.bin"/><Relationship Id="rId2" Type="http://schemas.openxmlformats.org/officeDocument/2006/relationships/slideLayout" Target="../slideLayouts/slideLayout2.xml"/><Relationship Id="rId1" Type="http://schemas.openxmlformats.org/officeDocument/2006/relationships/vmlDrawing" Target="../drawings/vmlDrawing14.vml"/><Relationship Id="rId4" Type="http://schemas.openxmlformats.org/officeDocument/2006/relationships/image" Target="../media/image29.emf"/></Relationships>
</file>

<file path=ppt/slides/_rels/slide20.xml.rels><?xml version="1.0" encoding="UTF-8" standalone="yes"?>
<Relationships xmlns="http://schemas.openxmlformats.org/package/2006/relationships"><Relationship Id="rId3" Type="http://schemas.openxmlformats.org/officeDocument/2006/relationships/oleObject" Target="../embeddings/oleObject34.bin"/><Relationship Id="rId2" Type="http://schemas.openxmlformats.org/officeDocument/2006/relationships/slideLayout" Target="../slideLayouts/slideLayout2.xml"/><Relationship Id="rId1" Type="http://schemas.openxmlformats.org/officeDocument/2006/relationships/vmlDrawing" Target="../drawings/vmlDrawing15.vml"/><Relationship Id="rId4" Type="http://schemas.openxmlformats.org/officeDocument/2006/relationships/image" Target="../media/image30.emf"/></Relationships>
</file>

<file path=ppt/slides/_rels/slide21.xml.rels><?xml version="1.0" encoding="UTF-8" standalone="yes"?>
<Relationships xmlns="http://schemas.openxmlformats.org/package/2006/relationships"><Relationship Id="rId3" Type="http://schemas.openxmlformats.org/officeDocument/2006/relationships/oleObject" Target="../embeddings/oleObject35.bin"/><Relationship Id="rId2" Type="http://schemas.openxmlformats.org/officeDocument/2006/relationships/slideLayout" Target="../slideLayouts/slideLayout2.xml"/><Relationship Id="rId1" Type="http://schemas.openxmlformats.org/officeDocument/2006/relationships/vmlDrawing" Target="../drawings/vmlDrawing16.vml"/><Relationship Id="rId4" Type="http://schemas.openxmlformats.org/officeDocument/2006/relationships/image" Target="../media/image31.emf"/></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oleObject" Target="../embeddings/oleObject36.bin"/><Relationship Id="rId2" Type="http://schemas.openxmlformats.org/officeDocument/2006/relationships/slideLayout" Target="../slideLayouts/slideLayout2.xml"/><Relationship Id="rId1" Type="http://schemas.openxmlformats.org/officeDocument/2006/relationships/vmlDrawing" Target="../drawings/vmlDrawing17.vml"/><Relationship Id="rId4" Type="http://schemas.openxmlformats.org/officeDocument/2006/relationships/image" Target="../media/image32.emf"/></Relationships>
</file>

<file path=ppt/slides/_rels/slide24.xml.rels><?xml version="1.0" encoding="UTF-8" standalone="yes"?>
<Relationships xmlns="http://schemas.openxmlformats.org/package/2006/relationships"><Relationship Id="rId3" Type="http://schemas.openxmlformats.org/officeDocument/2006/relationships/oleObject" Target="../embeddings/oleObject37.bin"/><Relationship Id="rId2" Type="http://schemas.openxmlformats.org/officeDocument/2006/relationships/slideLayout" Target="../slideLayouts/slideLayout2.xml"/><Relationship Id="rId1" Type="http://schemas.openxmlformats.org/officeDocument/2006/relationships/vmlDrawing" Target="../drawings/vmlDrawing18.vml"/><Relationship Id="rId4" Type="http://schemas.openxmlformats.org/officeDocument/2006/relationships/image" Target="../media/image33.emf"/></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oleObject" Target="../embeddings/oleObject38.bin"/><Relationship Id="rId2" Type="http://schemas.openxmlformats.org/officeDocument/2006/relationships/slideLayout" Target="../slideLayouts/slideLayout2.xml"/><Relationship Id="rId1" Type="http://schemas.openxmlformats.org/officeDocument/2006/relationships/vmlDrawing" Target="../drawings/vmlDrawing19.vml"/><Relationship Id="rId4" Type="http://schemas.openxmlformats.org/officeDocument/2006/relationships/image" Target="../media/image34.emf"/></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oleObject" Target="../embeddings/oleObject39.bin"/><Relationship Id="rId2" Type="http://schemas.openxmlformats.org/officeDocument/2006/relationships/slideLayout" Target="../slideLayouts/slideLayout2.xml"/><Relationship Id="rId1" Type="http://schemas.openxmlformats.org/officeDocument/2006/relationships/vmlDrawing" Target="../drawings/vmlDrawing20.vml"/><Relationship Id="rId4" Type="http://schemas.openxmlformats.org/officeDocument/2006/relationships/image" Target="../media/image35.emf"/></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oleObject" Target="../embeddings/oleObject40.bin"/><Relationship Id="rId2" Type="http://schemas.openxmlformats.org/officeDocument/2006/relationships/slideLayout" Target="../slideLayouts/slideLayout2.xml"/><Relationship Id="rId1" Type="http://schemas.openxmlformats.org/officeDocument/2006/relationships/vmlDrawing" Target="../drawings/vmlDrawing21.vml"/><Relationship Id="rId4" Type="http://schemas.openxmlformats.org/officeDocument/2006/relationships/image" Target="../media/image36.e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61" name="Rectangle 3">
            <a:extLst>
              <a:ext uri="{FF2B5EF4-FFF2-40B4-BE49-F238E27FC236}">
                <a16:creationId xmlns:a16="http://schemas.microsoft.com/office/drawing/2014/main" id="{756C4095-418D-DC45-A1FF-BF9FD976D533}"/>
              </a:ext>
            </a:extLst>
          </p:cNvPr>
          <p:cNvSpPr>
            <a:spLocks noGrp="1" noChangeArrowheads="1"/>
          </p:cNvSpPr>
          <p:nvPr>
            <p:ph type="body" idx="1"/>
          </p:nvPr>
        </p:nvSpPr>
        <p:spPr>
          <a:xfrm>
            <a:off x="2224088" y="2438400"/>
            <a:ext cx="7772400" cy="3614738"/>
          </a:xfrm>
          <a:noFill/>
        </p:spPr>
        <p:txBody>
          <a:bodyPr/>
          <a:lstStyle/>
          <a:p>
            <a:pPr eaLnBrk="1" hangingPunct="1"/>
            <a:endParaRPr lang="en-US" altLang="en-US">
              <a:ea typeface="ＭＳ Ｐゴシック" panose="020B0600070205080204" pitchFamily="34" charset="-128"/>
            </a:endParaRPr>
          </a:p>
          <a:p>
            <a:pPr algn="ctr" eaLnBrk="1" hangingPunct="1">
              <a:buFontTx/>
              <a:buNone/>
            </a:pPr>
            <a:r>
              <a:rPr lang="en-US" altLang="en-US">
                <a:ea typeface="ＭＳ Ｐゴシック" panose="020B0600070205080204" pitchFamily="34" charset="-128"/>
              </a:rPr>
              <a:t>Section 6.1</a:t>
            </a:r>
          </a:p>
          <a:p>
            <a:pPr algn="ctr" eaLnBrk="1" hangingPunct="1">
              <a:buFontTx/>
              <a:buNone/>
            </a:pPr>
            <a:r>
              <a:rPr lang="en-US" altLang="en-US" i="1">
                <a:ea typeface="ＭＳ Ｐゴシック" panose="020B0600070205080204" pitchFamily="34" charset="-128"/>
              </a:rPr>
              <a:t>Generating Functions</a:t>
            </a:r>
          </a:p>
          <a:p>
            <a:pPr eaLnBrk="1" hangingPunct="1"/>
            <a:endParaRPr lang="en-US" altLang="en-US">
              <a:ea typeface="ＭＳ Ｐゴシック" panose="020B0600070205080204" pitchFamily="34" charset="-128"/>
            </a:endParaRPr>
          </a:p>
        </p:txBody>
      </p:sp>
    </p:spTree>
    <p:extLst>
      <p:ext uri="{BB962C8B-B14F-4D97-AF65-F5344CB8AC3E}">
        <p14:creationId xmlns:p14="http://schemas.microsoft.com/office/powerpoint/2010/main" val="3983454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3">
            <a:extLst>
              <a:ext uri="{FF2B5EF4-FFF2-40B4-BE49-F238E27FC236}">
                <a16:creationId xmlns:a16="http://schemas.microsoft.com/office/drawing/2014/main" id="{2677EF6E-7540-E548-9CDA-E5FBA016D737}"/>
              </a:ext>
            </a:extLst>
          </p:cNvPr>
          <p:cNvSpPr>
            <a:spLocks noGrp="1" noChangeArrowheads="1"/>
          </p:cNvSpPr>
          <p:nvPr>
            <p:ph type="body" idx="1"/>
          </p:nvPr>
        </p:nvSpPr>
        <p:spPr>
          <a:xfrm>
            <a:off x="1905000" y="1176338"/>
            <a:ext cx="8763000" cy="5334000"/>
          </a:xfrm>
          <a:ln>
            <a:miter lim="800000"/>
            <a:headEnd/>
            <a:tailEnd/>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pPr eaLnBrk="1" hangingPunct="1">
              <a:lnSpc>
                <a:spcPct val="90000"/>
              </a:lnSpc>
              <a:defRPr/>
            </a:pPr>
            <a:r>
              <a:rPr lang="en-US" dirty="0"/>
              <a:t>Generating Function: an algebraic method to handle special constraints in selection and distribution problems with repetition.</a:t>
            </a:r>
          </a:p>
          <a:p>
            <a:pPr lvl="1" eaLnBrk="1" hangingPunct="1">
              <a:lnSpc>
                <a:spcPct val="90000"/>
              </a:lnSpc>
              <a:defRPr/>
            </a:pPr>
            <a:r>
              <a:rPr lang="en-US" sz="2500" dirty="0"/>
              <a:t>Suppose </a:t>
            </a:r>
            <a:r>
              <a:rPr lang="en-US" sz="2500" dirty="0" err="1"/>
              <a:t>a</a:t>
            </a:r>
            <a:r>
              <a:rPr lang="en-US" sz="2500" baseline="-25000" dirty="0" err="1"/>
              <a:t>r</a:t>
            </a:r>
            <a:r>
              <a:rPr lang="en-US" sz="2500" baseline="-25000" dirty="0"/>
              <a:t> </a:t>
            </a:r>
            <a:r>
              <a:rPr lang="en-US" sz="2500" dirty="0"/>
              <a:t>is the number of ways to select </a:t>
            </a:r>
            <a:r>
              <a:rPr lang="en-US" sz="2500" dirty="0" err="1"/>
              <a:t>r</a:t>
            </a:r>
            <a:r>
              <a:rPr lang="en-US" sz="2500" dirty="0"/>
              <a:t> objects from </a:t>
            </a:r>
            <a:r>
              <a:rPr lang="en-US" sz="2500" dirty="0" err="1"/>
              <a:t>n</a:t>
            </a:r>
            <a:r>
              <a:rPr lang="en-US" sz="2500" dirty="0"/>
              <a:t> objects.</a:t>
            </a:r>
          </a:p>
          <a:p>
            <a:pPr lvl="1" eaLnBrk="1" hangingPunct="1">
              <a:lnSpc>
                <a:spcPct val="90000"/>
              </a:lnSpc>
              <a:defRPr/>
            </a:pPr>
            <a:r>
              <a:rPr lang="en-US" sz="2500" dirty="0" err="1"/>
              <a:t>g(x</a:t>
            </a:r>
            <a:r>
              <a:rPr lang="en-US" sz="2500" dirty="0"/>
              <a:t>) is a generating function for </a:t>
            </a:r>
            <a:r>
              <a:rPr lang="en-US" sz="2500" dirty="0" err="1"/>
              <a:t>a</a:t>
            </a:r>
            <a:r>
              <a:rPr lang="en-US" sz="2500" baseline="-25000" dirty="0" err="1"/>
              <a:t>r</a:t>
            </a:r>
            <a:r>
              <a:rPr lang="en-US" sz="2500" baseline="-25000" dirty="0"/>
              <a:t> </a:t>
            </a:r>
            <a:r>
              <a:rPr lang="en-US" sz="2500" dirty="0"/>
              <a:t> if the polynomial expansion of </a:t>
            </a:r>
            <a:r>
              <a:rPr lang="en-US" sz="2500" dirty="0" err="1"/>
              <a:t>g(x</a:t>
            </a:r>
            <a:r>
              <a:rPr lang="en-US" sz="2500" dirty="0"/>
              <a:t>) is</a:t>
            </a:r>
          </a:p>
          <a:p>
            <a:pPr eaLnBrk="1" hangingPunct="1">
              <a:lnSpc>
                <a:spcPct val="90000"/>
              </a:lnSpc>
              <a:defRPr/>
            </a:pPr>
            <a:endParaRPr lang="en-US" dirty="0"/>
          </a:p>
          <a:p>
            <a:pPr eaLnBrk="1" hangingPunct="1">
              <a:lnSpc>
                <a:spcPct val="90000"/>
              </a:lnSpc>
              <a:defRPr/>
            </a:pPr>
            <a:endParaRPr lang="en-US" dirty="0"/>
          </a:p>
          <a:p>
            <a:pPr eaLnBrk="1" hangingPunct="1">
              <a:lnSpc>
                <a:spcPct val="90000"/>
              </a:lnSpc>
              <a:defRPr/>
            </a:pPr>
            <a:r>
              <a:rPr lang="en-US" dirty="0"/>
              <a:t>A generating function with an infinite number of terms in its expansion is called a </a:t>
            </a:r>
            <a:r>
              <a:rPr lang="en-US" dirty="0">
                <a:ln>
                  <a:solidFill>
                    <a:srgbClr val="FF0000"/>
                  </a:solidFill>
                </a:ln>
              </a:rPr>
              <a:t>POWER SERIES</a:t>
            </a:r>
          </a:p>
        </p:txBody>
      </p:sp>
      <p:graphicFrame>
        <p:nvGraphicFramePr>
          <p:cNvPr id="22534" name="Object 2">
            <a:extLst>
              <a:ext uri="{FF2B5EF4-FFF2-40B4-BE49-F238E27FC236}">
                <a16:creationId xmlns:a16="http://schemas.microsoft.com/office/drawing/2014/main" id="{0D14CF81-C999-A644-804A-1AD07C413AE3}"/>
              </a:ext>
            </a:extLst>
          </p:cNvPr>
          <p:cNvGraphicFramePr>
            <a:graphicFrameLocks noChangeAspect="1"/>
          </p:cNvGraphicFramePr>
          <p:nvPr/>
        </p:nvGraphicFramePr>
        <p:xfrm>
          <a:off x="2362200" y="4191001"/>
          <a:ext cx="7696200" cy="574675"/>
        </p:xfrm>
        <a:graphic>
          <a:graphicData uri="http://schemas.openxmlformats.org/presentationml/2006/ole">
            <mc:AlternateContent xmlns:mc="http://schemas.openxmlformats.org/markup-compatibility/2006">
              <mc:Choice xmlns:v="urn:schemas-microsoft-com:vml" Requires="v">
                <p:oleObj spid="_x0000_s1026" name="Equation" r:id="rId3" imgW="59982100" imgH="5562600" progId="Equation.3">
                  <p:embed/>
                </p:oleObj>
              </mc:Choice>
              <mc:Fallback>
                <p:oleObj name="Equation" r:id="rId3" imgW="59982100" imgH="5562600" progId="Equation.3">
                  <p:embed/>
                  <p:pic>
                    <p:nvPicPr>
                      <p:cNvPr id="22534" name="Object 2">
                        <a:extLst>
                          <a:ext uri="{FF2B5EF4-FFF2-40B4-BE49-F238E27FC236}">
                            <a16:creationId xmlns:a16="http://schemas.microsoft.com/office/drawing/2014/main" id="{0D14CF81-C999-A644-804A-1AD07C413AE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62200" y="4191001"/>
                        <a:ext cx="7696200" cy="574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spTree>
    <p:extLst>
      <p:ext uri="{BB962C8B-B14F-4D97-AF65-F5344CB8AC3E}">
        <p14:creationId xmlns:p14="http://schemas.microsoft.com/office/powerpoint/2010/main" val="187815013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4AC02B-F275-CE4E-A1A4-599E6C29DA1E}"/>
              </a:ext>
            </a:extLst>
          </p:cNvPr>
          <p:cNvSpPr>
            <a:spLocks noGrp="1"/>
          </p:cNvSpPr>
          <p:nvPr>
            <p:ph type="title"/>
          </p:nvPr>
        </p:nvSpPr>
        <p:spPr>
          <a:xfrm>
            <a:off x="838200" y="365125"/>
            <a:ext cx="10515600" cy="949967"/>
          </a:xfrm>
        </p:spPr>
        <p:txBody>
          <a:bodyPr>
            <a:normAutofit/>
          </a:bodyPr>
          <a:lstStyle/>
          <a:p>
            <a:r>
              <a:rPr lang="en-US" sz="2800" b="1" dirty="0"/>
              <a:t>History of generating function (from Wikipedia)</a:t>
            </a:r>
          </a:p>
        </p:txBody>
      </p:sp>
      <p:sp>
        <p:nvSpPr>
          <p:cNvPr id="3" name="Content Placeholder 2">
            <a:extLst>
              <a:ext uri="{FF2B5EF4-FFF2-40B4-BE49-F238E27FC236}">
                <a16:creationId xmlns:a16="http://schemas.microsoft.com/office/drawing/2014/main" id="{444FB335-AECA-E54B-B61A-FCD83EBC89CC}"/>
              </a:ext>
            </a:extLst>
          </p:cNvPr>
          <p:cNvSpPr>
            <a:spLocks noGrp="1"/>
          </p:cNvSpPr>
          <p:nvPr>
            <p:ph idx="1"/>
          </p:nvPr>
        </p:nvSpPr>
        <p:spPr/>
        <p:txBody>
          <a:bodyPr>
            <a:normAutofit lnSpcReduction="10000"/>
          </a:bodyPr>
          <a:lstStyle/>
          <a:p>
            <a:r>
              <a:rPr lang="en-US" dirty="0"/>
              <a:t>In mathematics, a </a:t>
            </a:r>
            <a:r>
              <a:rPr lang="en-US" b="1" dirty="0"/>
              <a:t>generating function</a:t>
            </a:r>
            <a:r>
              <a:rPr lang="en-US" dirty="0"/>
              <a:t> is a way of encoding an infinite sequence of numbers (</a:t>
            </a:r>
            <a:r>
              <a:rPr lang="en-US" i="1" dirty="0"/>
              <a:t>a</a:t>
            </a:r>
            <a:r>
              <a:rPr lang="en-US" i="1" baseline="-25000" dirty="0"/>
              <a:t>n</a:t>
            </a:r>
            <a:r>
              <a:rPr lang="en-US" dirty="0"/>
              <a:t>) by treating them as the coefficients of a formal power series. This series is called the generating function of the sequence. Unlike an ordinary series, the </a:t>
            </a:r>
            <a:r>
              <a:rPr lang="en-US" i="1" dirty="0"/>
              <a:t>formal</a:t>
            </a:r>
            <a:r>
              <a:rPr lang="en-US" dirty="0"/>
              <a:t> power series is not required to converge: in fact, the generating function is not actually regarded as a function, and the "variable" remains an indeterminate. Generating functions were first introduced by Abraham de </a:t>
            </a:r>
            <a:r>
              <a:rPr lang="en-US" dirty="0" err="1"/>
              <a:t>Moivre</a:t>
            </a:r>
            <a:r>
              <a:rPr lang="en-US" dirty="0"/>
              <a:t>, a French mathematician, in 1730, in order to solve the general linear recurrence problem. One can generalize to formal power series in more than one indeterminate, to encode information about infinite multi-dimensional arrays of numbers.</a:t>
            </a:r>
          </a:p>
        </p:txBody>
      </p:sp>
    </p:spTree>
    <p:extLst>
      <p:ext uri="{BB962C8B-B14F-4D97-AF65-F5344CB8AC3E}">
        <p14:creationId xmlns:p14="http://schemas.microsoft.com/office/powerpoint/2010/main" val="30937694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6" name="Rectangle 3">
            <a:extLst>
              <a:ext uri="{FF2B5EF4-FFF2-40B4-BE49-F238E27FC236}">
                <a16:creationId xmlns:a16="http://schemas.microsoft.com/office/drawing/2014/main" id="{FB4BC47B-F2A2-134F-A8A2-D12093C8D776}"/>
              </a:ext>
            </a:extLst>
          </p:cNvPr>
          <p:cNvSpPr>
            <a:spLocks noGrp="1" noChangeArrowheads="1"/>
          </p:cNvSpPr>
          <p:nvPr>
            <p:ph type="body" idx="1"/>
          </p:nvPr>
        </p:nvSpPr>
        <p:spPr>
          <a:xfrm>
            <a:off x="1752600" y="1371600"/>
            <a:ext cx="8915400" cy="1524000"/>
          </a:xfrm>
        </p:spPr>
        <p:txBody>
          <a:bodyPr>
            <a:normAutofit fontScale="92500" lnSpcReduction="20000"/>
          </a:bodyPr>
          <a:lstStyle/>
          <a:p>
            <a:pPr eaLnBrk="1" hangingPunct="1">
              <a:lnSpc>
                <a:spcPct val="90000"/>
              </a:lnSpc>
            </a:pPr>
            <a:r>
              <a:rPr lang="en-US" altLang="en-US" sz="2400">
                <a:ea typeface="ＭＳ Ｐゴシック" panose="020B0600070205080204" pitchFamily="34" charset="-128"/>
              </a:rPr>
              <a:t>The generating function for the binomial coefficients is:</a:t>
            </a:r>
          </a:p>
          <a:p>
            <a:pPr eaLnBrk="1" hangingPunct="1">
              <a:lnSpc>
                <a:spcPct val="90000"/>
              </a:lnSpc>
              <a:buFont typeface="Wingdings" pitchFamily="2" charset="2"/>
              <a:buNone/>
            </a:pPr>
            <a:r>
              <a:rPr lang="en-US" altLang="en-US" sz="2400">
                <a:ea typeface="ＭＳ Ｐゴシック" panose="020B0600070205080204" pitchFamily="34" charset="-128"/>
              </a:rPr>
              <a:t> </a:t>
            </a:r>
          </a:p>
          <a:p>
            <a:pPr eaLnBrk="1" hangingPunct="1">
              <a:lnSpc>
                <a:spcPct val="90000"/>
              </a:lnSpc>
              <a:buFont typeface="Wingdings" pitchFamily="2" charset="2"/>
              <a:buNone/>
            </a:pPr>
            <a:endParaRPr lang="en-US" altLang="en-US" sz="2400">
              <a:ea typeface="ＭＳ Ｐゴシック" panose="020B0600070205080204" pitchFamily="34" charset="-128"/>
            </a:endParaRPr>
          </a:p>
          <a:p>
            <a:pPr eaLnBrk="1" hangingPunct="1">
              <a:lnSpc>
                <a:spcPct val="90000"/>
              </a:lnSpc>
              <a:buFont typeface="Wingdings" pitchFamily="2" charset="2"/>
              <a:buNone/>
            </a:pPr>
            <a:r>
              <a:rPr lang="en-US" altLang="en-US" sz="2400">
                <a:ea typeface="ＭＳ Ｐゴシック" panose="020B0600070205080204" pitchFamily="34" charset="-128"/>
              </a:rPr>
              <a:t>since its polynomial expansion is:</a:t>
            </a:r>
          </a:p>
        </p:txBody>
      </p:sp>
      <p:graphicFrame>
        <p:nvGraphicFramePr>
          <p:cNvPr id="23557" name="Object 2">
            <a:extLst>
              <a:ext uri="{FF2B5EF4-FFF2-40B4-BE49-F238E27FC236}">
                <a16:creationId xmlns:a16="http://schemas.microsoft.com/office/drawing/2014/main" id="{5B3CAF18-F344-0545-9AC2-4E00FC8550FE}"/>
              </a:ext>
            </a:extLst>
          </p:cNvPr>
          <p:cNvGraphicFramePr>
            <a:graphicFrameLocks noChangeAspect="1"/>
          </p:cNvGraphicFramePr>
          <p:nvPr/>
        </p:nvGraphicFramePr>
        <p:xfrm>
          <a:off x="1717675" y="3059113"/>
          <a:ext cx="8534400" cy="1295400"/>
        </p:xfrm>
        <a:graphic>
          <a:graphicData uri="http://schemas.openxmlformats.org/presentationml/2006/ole">
            <mc:AlternateContent xmlns:mc="http://schemas.openxmlformats.org/markup-compatibility/2006">
              <mc:Choice xmlns:v="urn:schemas-microsoft-com:vml" Requires="v">
                <p:oleObj spid="_x0000_s2050" name="Equation" r:id="rId3" imgW="72847200" imgH="10528300" progId="Equation.DSMT4">
                  <p:embed/>
                </p:oleObj>
              </mc:Choice>
              <mc:Fallback>
                <p:oleObj name="Equation" r:id="rId3" imgW="72847200" imgH="10528300" progId="Equation.DSMT4">
                  <p:embed/>
                  <p:pic>
                    <p:nvPicPr>
                      <p:cNvPr id="23557" name="Object 2">
                        <a:extLst>
                          <a:ext uri="{FF2B5EF4-FFF2-40B4-BE49-F238E27FC236}">
                            <a16:creationId xmlns:a16="http://schemas.microsoft.com/office/drawing/2014/main" id="{5B3CAF18-F344-0545-9AC2-4E00FC8550F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17675" y="3059113"/>
                        <a:ext cx="8534400" cy="1295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graphicFrame>
        <p:nvGraphicFramePr>
          <p:cNvPr id="23558" name="Object 3">
            <a:extLst>
              <a:ext uri="{FF2B5EF4-FFF2-40B4-BE49-F238E27FC236}">
                <a16:creationId xmlns:a16="http://schemas.microsoft.com/office/drawing/2014/main" id="{83A78863-7A1C-8641-B0AB-30CB4E8AF020}"/>
              </a:ext>
            </a:extLst>
          </p:cNvPr>
          <p:cNvGraphicFramePr>
            <a:graphicFrameLocks noChangeAspect="1"/>
          </p:cNvGraphicFramePr>
          <p:nvPr/>
        </p:nvGraphicFramePr>
        <p:xfrm>
          <a:off x="4038600" y="1752601"/>
          <a:ext cx="2743200" cy="695325"/>
        </p:xfrm>
        <a:graphic>
          <a:graphicData uri="http://schemas.openxmlformats.org/presentationml/2006/ole">
            <mc:AlternateContent xmlns:mc="http://schemas.openxmlformats.org/markup-compatibility/2006">
              <mc:Choice xmlns:v="urn:schemas-microsoft-com:vml" Requires="v">
                <p:oleObj spid="_x0000_s2051" name="Equation" r:id="rId5" imgW="20777200" imgH="5270500" progId="Equation.DSMT4">
                  <p:embed/>
                </p:oleObj>
              </mc:Choice>
              <mc:Fallback>
                <p:oleObj name="Equation" r:id="rId5" imgW="20777200" imgH="5270500" progId="Equation.DSMT4">
                  <p:embed/>
                  <p:pic>
                    <p:nvPicPr>
                      <p:cNvPr id="23558" name="Object 3">
                        <a:extLst>
                          <a:ext uri="{FF2B5EF4-FFF2-40B4-BE49-F238E27FC236}">
                            <a16:creationId xmlns:a16="http://schemas.microsoft.com/office/drawing/2014/main" id="{83A78863-7A1C-8641-B0AB-30CB4E8AF020}"/>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038600" y="1752601"/>
                        <a:ext cx="2743200" cy="695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graphicFrame>
        <p:nvGraphicFramePr>
          <p:cNvPr id="23559" name="Object 4">
            <a:extLst>
              <a:ext uri="{FF2B5EF4-FFF2-40B4-BE49-F238E27FC236}">
                <a16:creationId xmlns:a16="http://schemas.microsoft.com/office/drawing/2014/main" id="{597BD231-FD4E-E641-AFAD-CDF6BA1A69FC}"/>
              </a:ext>
            </a:extLst>
          </p:cNvPr>
          <p:cNvGraphicFramePr>
            <a:graphicFrameLocks noChangeAspect="1"/>
          </p:cNvGraphicFramePr>
          <p:nvPr/>
        </p:nvGraphicFramePr>
        <p:xfrm>
          <a:off x="4267200" y="5029200"/>
          <a:ext cx="3270250" cy="996950"/>
        </p:xfrm>
        <a:graphic>
          <a:graphicData uri="http://schemas.openxmlformats.org/presentationml/2006/ole">
            <mc:AlternateContent xmlns:mc="http://schemas.openxmlformats.org/markup-compatibility/2006">
              <mc:Choice xmlns:v="urn:schemas-microsoft-com:vml" Requires="v">
                <p:oleObj spid="_x0000_s2052" name="Equation" r:id="rId7" imgW="17259300" imgH="5270500" progId="Equation.3">
                  <p:embed/>
                </p:oleObj>
              </mc:Choice>
              <mc:Fallback>
                <p:oleObj name="Equation" r:id="rId7" imgW="17259300" imgH="5270500" progId="Equation.3">
                  <p:embed/>
                  <p:pic>
                    <p:nvPicPr>
                      <p:cNvPr id="23559" name="Object 4">
                        <a:extLst>
                          <a:ext uri="{FF2B5EF4-FFF2-40B4-BE49-F238E27FC236}">
                            <a16:creationId xmlns:a16="http://schemas.microsoft.com/office/drawing/2014/main" id="{597BD231-FD4E-E641-AFAD-CDF6BA1A69FC}"/>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267200" y="5029200"/>
                        <a:ext cx="3270250" cy="996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sp>
        <p:nvSpPr>
          <p:cNvPr id="23560" name="Text Box 10">
            <a:extLst>
              <a:ext uri="{FF2B5EF4-FFF2-40B4-BE49-F238E27FC236}">
                <a16:creationId xmlns:a16="http://schemas.microsoft.com/office/drawing/2014/main" id="{32CEDADF-2C97-204A-8564-A8CE6AFFB774}"/>
              </a:ext>
            </a:extLst>
          </p:cNvPr>
          <p:cNvSpPr txBox="1">
            <a:spLocks noChangeArrowheads="1"/>
          </p:cNvSpPr>
          <p:nvPr/>
        </p:nvSpPr>
        <p:spPr bwMode="auto">
          <a:xfrm>
            <a:off x="2362200" y="4648200"/>
            <a:ext cx="7467600" cy="1384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sz="24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sz="24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sz="24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eaLnBrk="1" hangingPunct="1">
              <a:spcBef>
                <a:spcPct val="50000"/>
              </a:spcBef>
            </a:pPr>
            <a:r>
              <a:rPr lang="en-US" altLang="en-US"/>
              <a:t>so that, for any r, the coefficient of x</a:t>
            </a:r>
            <a:r>
              <a:rPr lang="en-US" altLang="en-US" baseline="30000"/>
              <a:t>r </a:t>
            </a:r>
            <a:r>
              <a:rPr lang="en-US" altLang="en-US"/>
              <a:t>in the expansion of g(x)  is:</a:t>
            </a:r>
            <a:endParaRPr lang="en-US" altLang="en-US" baseline="-25000"/>
          </a:p>
          <a:p>
            <a:pPr eaLnBrk="1" hangingPunct="1">
              <a:spcBef>
                <a:spcPct val="50000"/>
              </a:spcBef>
            </a:pPr>
            <a:endParaRPr lang="en-US" altLang="en-US" sz="1200" baseline="-25000"/>
          </a:p>
          <a:p>
            <a:pPr eaLnBrk="1" hangingPunct="1">
              <a:spcBef>
                <a:spcPct val="50000"/>
              </a:spcBef>
            </a:pPr>
            <a:endParaRPr lang="en-US" altLang="en-US" sz="1200" baseline="-25000"/>
          </a:p>
          <a:p>
            <a:pPr eaLnBrk="1" hangingPunct="1">
              <a:spcBef>
                <a:spcPct val="50000"/>
              </a:spcBef>
            </a:pPr>
            <a:endParaRPr lang="en-US" altLang="en-US" sz="1200" baseline="-25000"/>
          </a:p>
        </p:txBody>
      </p:sp>
    </p:spTree>
    <p:extLst>
      <p:ext uri="{BB962C8B-B14F-4D97-AF65-F5344CB8AC3E}">
        <p14:creationId xmlns:p14="http://schemas.microsoft.com/office/powerpoint/2010/main" val="388939530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4580" name="Group 22">
            <a:extLst>
              <a:ext uri="{FF2B5EF4-FFF2-40B4-BE49-F238E27FC236}">
                <a16:creationId xmlns:a16="http://schemas.microsoft.com/office/drawing/2014/main" id="{E703A2CE-E2DB-6241-A122-8037B26D22F2}"/>
              </a:ext>
            </a:extLst>
          </p:cNvPr>
          <p:cNvGrpSpPr>
            <a:grpSpLocks/>
          </p:cNvGrpSpPr>
          <p:nvPr/>
        </p:nvGrpSpPr>
        <p:grpSpPr bwMode="auto">
          <a:xfrm>
            <a:off x="3352800" y="914400"/>
            <a:ext cx="1447800" cy="228600"/>
            <a:chOff x="1152" y="576"/>
            <a:chExt cx="912" cy="144"/>
          </a:xfrm>
        </p:grpSpPr>
        <p:sp>
          <p:nvSpPr>
            <p:cNvPr id="24611" name="Oval 6">
              <a:extLst>
                <a:ext uri="{FF2B5EF4-FFF2-40B4-BE49-F238E27FC236}">
                  <a16:creationId xmlns:a16="http://schemas.microsoft.com/office/drawing/2014/main" id="{FE5D02F5-57E1-5945-ABA9-A2617B7D3506}"/>
                </a:ext>
              </a:extLst>
            </p:cNvPr>
            <p:cNvSpPr>
              <a:spLocks noChangeArrowheads="1"/>
            </p:cNvSpPr>
            <p:nvPr/>
          </p:nvSpPr>
          <p:spPr bwMode="auto">
            <a:xfrm>
              <a:off x="1152" y="576"/>
              <a:ext cx="144" cy="144"/>
            </a:xfrm>
            <a:prstGeom prst="ellipse">
              <a:avLst/>
            </a:prstGeom>
            <a:solidFill>
              <a:schemeClr val="accent1"/>
            </a:solidFill>
            <a:ln w="9525">
              <a:solidFill>
                <a:schemeClr val="tx1"/>
              </a:solidFill>
              <a:miter lim="800000"/>
              <a:headEnd/>
              <a:tailEnd/>
            </a:ln>
          </p:spPr>
          <p:txBody>
            <a:bodyPr wrap="none" anchor="ctr"/>
            <a:lstStyle>
              <a:lvl1pPr eaLnBrk="0" hangingPunct="0">
                <a:defRPr sz="24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sz="24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sz="24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sz="24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eaLnBrk="1" hangingPunct="1"/>
              <a:endParaRPr lang="en-US" altLang="en-US"/>
            </a:p>
          </p:txBody>
        </p:sp>
        <p:sp>
          <p:nvSpPr>
            <p:cNvPr id="24612" name="AutoShape 8">
              <a:extLst>
                <a:ext uri="{FF2B5EF4-FFF2-40B4-BE49-F238E27FC236}">
                  <a16:creationId xmlns:a16="http://schemas.microsoft.com/office/drawing/2014/main" id="{A6AD7616-ADBA-FB4C-B5F8-1E92574AE892}"/>
                </a:ext>
              </a:extLst>
            </p:cNvPr>
            <p:cNvSpPr>
              <a:spLocks noChangeArrowheads="1"/>
            </p:cNvSpPr>
            <p:nvPr/>
          </p:nvSpPr>
          <p:spPr bwMode="auto">
            <a:xfrm>
              <a:off x="1536" y="576"/>
              <a:ext cx="144" cy="144"/>
            </a:xfrm>
            <a:prstGeom prst="triangle">
              <a:avLst>
                <a:gd name="adj" fmla="val 50000"/>
              </a:avLst>
            </a:prstGeom>
            <a:solidFill>
              <a:srgbClr val="3333CC"/>
            </a:solidFill>
            <a:ln w="9525">
              <a:solidFill>
                <a:schemeClr val="tx1"/>
              </a:solidFill>
              <a:miter lim="800000"/>
              <a:headEnd/>
              <a:tailEnd/>
            </a:ln>
          </p:spPr>
          <p:txBody>
            <a:bodyPr wrap="none" anchor="ctr"/>
            <a:lstStyle>
              <a:lvl1pPr eaLnBrk="0" hangingPunct="0">
                <a:defRPr sz="24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sz="24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sz="24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sz="24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eaLnBrk="1" hangingPunct="1"/>
              <a:endParaRPr lang="en-US" altLang="en-US"/>
            </a:p>
          </p:txBody>
        </p:sp>
        <p:sp>
          <p:nvSpPr>
            <p:cNvPr id="24613" name="Rectangle 9">
              <a:extLst>
                <a:ext uri="{FF2B5EF4-FFF2-40B4-BE49-F238E27FC236}">
                  <a16:creationId xmlns:a16="http://schemas.microsoft.com/office/drawing/2014/main" id="{C6CB4C7C-6C5A-4B44-8D33-7FEB5336D1EC}"/>
                </a:ext>
              </a:extLst>
            </p:cNvPr>
            <p:cNvSpPr>
              <a:spLocks noChangeArrowheads="1"/>
            </p:cNvSpPr>
            <p:nvPr/>
          </p:nvSpPr>
          <p:spPr bwMode="auto">
            <a:xfrm>
              <a:off x="1920" y="576"/>
              <a:ext cx="144" cy="144"/>
            </a:xfrm>
            <a:prstGeom prst="rect">
              <a:avLst/>
            </a:prstGeom>
            <a:solidFill>
              <a:srgbClr val="FF0000"/>
            </a:solidFill>
            <a:ln w="9525">
              <a:solidFill>
                <a:schemeClr val="tx1"/>
              </a:solidFill>
              <a:miter lim="800000"/>
              <a:headEnd/>
              <a:tailEnd/>
            </a:ln>
          </p:spPr>
          <p:txBody>
            <a:bodyPr wrap="none" anchor="ctr"/>
            <a:lstStyle>
              <a:lvl1pPr eaLnBrk="0" hangingPunct="0">
                <a:defRPr sz="24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sz="24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sz="24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sz="24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algn="ctr" eaLnBrk="1" hangingPunct="1"/>
              <a:endParaRPr lang="en-US" altLang="en-US"/>
            </a:p>
          </p:txBody>
        </p:sp>
      </p:grpSp>
      <p:graphicFrame>
        <p:nvGraphicFramePr>
          <p:cNvPr id="24581" name="Object 2">
            <a:extLst>
              <a:ext uri="{FF2B5EF4-FFF2-40B4-BE49-F238E27FC236}">
                <a16:creationId xmlns:a16="http://schemas.microsoft.com/office/drawing/2014/main" id="{DFFA63EB-A9DF-6243-B09C-5481C63CD8F5}"/>
              </a:ext>
            </a:extLst>
          </p:cNvPr>
          <p:cNvGraphicFramePr>
            <a:graphicFrameLocks noChangeAspect="1"/>
          </p:cNvGraphicFramePr>
          <p:nvPr/>
        </p:nvGraphicFramePr>
        <p:xfrm>
          <a:off x="2514600" y="838200"/>
          <a:ext cx="2781300" cy="342900"/>
        </p:xfrm>
        <a:graphic>
          <a:graphicData uri="http://schemas.openxmlformats.org/presentationml/2006/ole">
            <mc:AlternateContent xmlns:mc="http://schemas.openxmlformats.org/markup-compatibility/2006">
              <mc:Choice xmlns:v="urn:schemas-microsoft-com:vml" Requires="v">
                <p:oleObj spid="_x0000_s3074" name="Microsoft Equation 3.0" r:id="rId3" imgW="64071500" imgH="7899400" progId="Equation.3">
                  <p:embed/>
                </p:oleObj>
              </mc:Choice>
              <mc:Fallback>
                <p:oleObj name="Microsoft Equation 3.0" r:id="rId3" imgW="64071500" imgH="7899400" progId="Equation.3">
                  <p:embed/>
                  <p:pic>
                    <p:nvPicPr>
                      <p:cNvPr id="24581" name="Object 2">
                        <a:extLst>
                          <a:ext uri="{FF2B5EF4-FFF2-40B4-BE49-F238E27FC236}">
                            <a16:creationId xmlns:a16="http://schemas.microsoft.com/office/drawing/2014/main" id="{DFFA63EB-A9DF-6243-B09C-5481C63CD8F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14600" y="838200"/>
                        <a:ext cx="2781300" cy="342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sp>
        <p:nvSpPr>
          <p:cNvPr id="24582" name="Text Box 12">
            <a:extLst>
              <a:ext uri="{FF2B5EF4-FFF2-40B4-BE49-F238E27FC236}">
                <a16:creationId xmlns:a16="http://schemas.microsoft.com/office/drawing/2014/main" id="{F35E9D57-2559-F345-9086-A510DEA9891D}"/>
              </a:ext>
            </a:extLst>
          </p:cNvPr>
          <p:cNvSpPr txBox="1">
            <a:spLocks noChangeArrowheads="1"/>
          </p:cNvSpPr>
          <p:nvPr/>
        </p:nvSpPr>
        <p:spPr bwMode="auto">
          <a:xfrm>
            <a:off x="1889126" y="1485901"/>
            <a:ext cx="8016875" cy="1190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sz="24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sz="24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sz="24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eaLnBrk="1" hangingPunct="1"/>
            <a:r>
              <a:rPr lang="en-US" altLang="en-US" sz="1800"/>
              <a:t>From this set, let</a:t>
            </a:r>
            <a:r>
              <a:rPr lang="ja-JP" altLang="en-US" sz="1800"/>
              <a:t>’</a:t>
            </a:r>
            <a:r>
              <a:rPr lang="en-US" altLang="ja-JP" sz="1800"/>
              <a:t>s choose a subset, for example, 2 out of the 3 objects.  For this subset we have 3 possibilities,               or              or              .</a:t>
            </a:r>
          </a:p>
          <a:p>
            <a:pPr eaLnBrk="1" hangingPunct="1"/>
            <a:endParaRPr lang="en-US" altLang="en-US" sz="1800"/>
          </a:p>
          <a:p>
            <a:pPr eaLnBrk="1" hangingPunct="1"/>
            <a:r>
              <a:rPr lang="en-US" altLang="en-US" sz="1800"/>
              <a:t>These subsets can be represented like this:</a:t>
            </a:r>
          </a:p>
        </p:txBody>
      </p:sp>
      <p:grpSp>
        <p:nvGrpSpPr>
          <p:cNvPr id="24583" name="Group 24">
            <a:extLst>
              <a:ext uri="{FF2B5EF4-FFF2-40B4-BE49-F238E27FC236}">
                <a16:creationId xmlns:a16="http://schemas.microsoft.com/office/drawing/2014/main" id="{BDFB9253-D7D0-D24B-9660-B1B40630B654}"/>
              </a:ext>
            </a:extLst>
          </p:cNvPr>
          <p:cNvGrpSpPr>
            <a:grpSpLocks/>
          </p:cNvGrpSpPr>
          <p:nvPr/>
        </p:nvGrpSpPr>
        <p:grpSpPr bwMode="auto">
          <a:xfrm>
            <a:off x="5943600" y="1828800"/>
            <a:ext cx="609600" cy="228600"/>
            <a:chOff x="2784" y="1152"/>
            <a:chExt cx="384" cy="144"/>
          </a:xfrm>
        </p:grpSpPr>
        <p:sp>
          <p:nvSpPr>
            <p:cNvPr id="24609" name="Oval 14">
              <a:extLst>
                <a:ext uri="{FF2B5EF4-FFF2-40B4-BE49-F238E27FC236}">
                  <a16:creationId xmlns:a16="http://schemas.microsoft.com/office/drawing/2014/main" id="{DD23EDCA-6BB4-E24C-B4FA-99D45611B4C8}"/>
                </a:ext>
              </a:extLst>
            </p:cNvPr>
            <p:cNvSpPr>
              <a:spLocks noChangeArrowheads="1"/>
            </p:cNvSpPr>
            <p:nvPr/>
          </p:nvSpPr>
          <p:spPr bwMode="auto">
            <a:xfrm>
              <a:off x="2784" y="1152"/>
              <a:ext cx="144" cy="144"/>
            </a:xfrm>
            <a:prstGeom prst="ellipse">
              <a:avLst/>
            </a:prstGeom>
            <a:solidFill>
              <a:schemeClr val="accent1"/>
            </a:solidFill>
            <a:ln w="9525">
              <a:solidFill>
                <a:schemeClr val="tx1"/>
              </a:solidFill>
              <a:miter lim="800000"/>
              <a:headEnd/>
              <a:tailEnd/>
            </a:ln>
          </p:spPr>
          <p:txBody>
            <a:bodyPr wrap="none" anchor="ctr"/>
            <a:lstStyle>
              <a:lvl1pPr eaLnBrk="0" hangingPunct="0">
                <a:defRPr sz="24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sz="24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sz="24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sz="24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eaLnBrk="1" hangingPunct="1"/>
              <a:endParaRPr lang="en-US" altLang="en-US"/>
            </a:p>
          </p:txBody>
        </p:sp>
        <p:sp>
          <p:nvSpPr>
            <p:cNvPr id="24610" name="AutoShape 18">
              <a:extLst>
                <a:ext uri="{FF2B5EF4-FFF2-40B4-BE49-F238E27FC236}">
                  <a16:creationId xmlns:a16="http://schemas.microsoft.com/office/drawing/2014/main" id="{B6D2B79D-FFAE-BC4B-946F-E5976255D7B3}"/>
                </a:ext>
              </a:extLst>
            </p:cNvPr>
            <p:cNvSpPr>
              <a:spLocks noChangeArrowheads="1"/>
            </p:cNvSpPr>
            <p:nvPr/>
          </p:nvSpPr>
          <p:spPr bwMode="auto">
            <a:xfrm>
              <a:off x="3024" y="1152"/>
              <a:ext cx="144" cy="144"/>
            </a:xfrm>
            <a:prstGeom prst="triangle">
              <a:avLst>
                <a:gd name="adj" fmla="val 50000"/>
              </a:avLst>
            </a:prstGeom>
            <a:solidFill>
              <a:srgbClr val="3333CC"/>
            </a:solidFill>
            <a:ln w="9525">
              <a:solidFill>
                <a:schemeClr val="tx1"/>
              </a:solidFill>
              <a:miter lim="800000"/>
              <a:headEnd/>
              <a:tailEnd/>
            </a:ln>
          </p:spPr>
          <p:txBody>
            <a:bodyPr wrap="none" anchor="ctr"/>
            <a:lstStyle>
              <a:lvl1pPr eaLnBrk="0" hangingPunct="0">
                <a:defRPr sz="24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sz="24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sz="24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sz="24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eaLnBrk="1" hangingPunct="1"/>
              <a:endParaRPr lang="en-US" altLang="en-US"/>
            </a:p>
          </p:txBody>
        </p:sp>
      </p:grpSp>
      <p:grpSp>
        <p:nvGrpSpPr>
          <p:cNvPr id="24584" name="Group 23">
            <a:extLst>
              <a:ext uri="{FF2B5EF4-FFF2-40B4-BE49-F238E27FC236}">
                <a16:creationId xmlns:a16="http://schemas.microsoft.com/office/drawing/2014/main" id="{C2904B0B-2B91-9749-B630-BA839FEA16DA}"/>
              </a:ext>
            </a:extLst>
          </p:cNvPr>
          <p:cNvGrpSpPr>
            <a:grpSpLocks/>
          </p:cNvGrpSpPr>
          <p:nvPr/>
        </p:nvGrpSpPr>
        <p:grpSpPr bwMode="auto">
          <a:xfrm>
            <a:off x="6934200" y="1828800"/>
            <a:ext cx="533400" cy="228600"/>
            <a:chOff x="3408" y="1152"/>
            <a:chExt cx="336" cy="144"/>
          </a:xfrm>
        </p:grpSpPr>
        <p:sp>
          <p:nvSpPr>
            <p:cNvPr id="24607" name="AutoShape 17">
              <a:extLst>
                <a:ext uri="{FF2B5EF4-FFF2-40B4-BE49-F238E27FC236}">
                  <a16:creationId xmlns:a16="http://schemas.microsoft.com/office/drawing/2014/main" id="{9140FD98-D7E1-874E-A0D4-5F3D4D834741}"/>
                </a:ext>
              </a:extLst>
            </p:cNvPr>
            <p:cNvSpPr>
              <a:spLocks noChangeArrowheads="1"/>
            </p:cNvSpPr>
            <p:nvPr/>
          </p:nvSpPr>
          <p:spPr bwMode="auto">
            <a:xfrm>
              <a:off x="3600" y="1152"/>
              <a:ext cx="144" cy="144"/>
            </a:xfrm>
            <a:prstGeom prst="triangle">
              <a:avLst>
                <a:gd name="adj" fmla="val 50000"/>
              </a:avLst>
            </a:prstGeom>
            <a:solidFill>
              <a:srgbClr val="3333CC"/>
            </a:solidFill>
            <a:ln w="9525">
              <a:solidFill>
                <a:schemeClr val="tx1"/>
              </a:solidFill>
              <a:miter lim="800000"/>
              <a:headEnd/>
              <a:tailEnd/>
            </a:ln>
          </p:spPr>
          <p:txBody>
            <a:bodyPr wrap="none" anchor="ctr"/>
            <a:lstStyle>
              <a:lvl1pPr eaLnBrk="0" hangingPunct="0">
                <a:defRPr sz="24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sz="24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sz="24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sz="24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eaLnBrk="1" hangingPunct="1"/>
              <a:endParaRPr lang="en-US" altLang="en-US"/>
            </a:p>
          </p:txBody>
        </p:sp>
        <p:sp>
          <p:nvSpPr>
            <p:cNvPr id="24608" name="Rectangle 20">
              <a:extLst>
                <a:ext uri="{FF2B5EF4-FFF2-40B4-BE49-F238E27FC236}">
                  <a16:creationId xmlns:a16="http://schemas.microsoft.com/office/drawing/2014/main" id="{C1E41048-C477-E14A-A1BA-929A40CC0426}"/>
                </a:ext>
              </a:extLst>
            </p:cNvPr>
            <p:cNvSpPr>
              <a:spLocks noChangeArrowheads="1"/>
            </p:cNvSpPr>
            <p:nvPr/>
          </p:nvSpPr>
          <p:spPr bwMode="auto">
            <a:xfrm>
              <a:off x="3408" y="1152"/>
              <a:ext cx="144" cy="144"/>
            </a:xfrm>
            <a:prstGeom prst="rect">
              <a:avLst/>
            </a:prstGeom>
            <a:solidFill>
              <a:srgbClr val="FF0000"/>
            </a:solidFill>
            <a:ln w="9525">
              <a:solidFill>
                <a:schemeClr val="tx1"/>
              </a:solidFill>
              <a:miter lim="800000"/>
              <a:headEnd/>
              <a:tailEnd/>
            </a:ln>
          </p:spPr>
          <p:txBody>
            <a:bodyPr wrap="none" anchor="ctr"/>
            <a:lstStyle>
              <a:lvl1pPr eaLnBrk="0" hangingPunct="0">
                <a:defRPr sz="24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sz="24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sz="24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sz="24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algn="ctr" eaLnBrk="1" hangingPunct="1"/>
              <a:endParaRPr lang="en-US" altLang="en-US"/>
            </a:p>
          </p:txBody>
        </p:sp>
      </p:grpSp>
      <p:grpSp>
        <p:nvGrpSpPr>
          <p:cNvPr id="24585" name="Group 25">
            <a:extLst>
              <a:ext uri="{FF2B5EF4-FFF2-40B4-BE49-F238E27FC236}">
                <a16:creationId xmlns:a16="http://schemas.microsoft.com/office/drawing/2014/main" id="{508721D9-AF61-F245-AEE2-92D236753C47}"/>
              </a:ext>
            </a:extLst>
          </p:cNvPr>
          <p:cNvGrpSpPr>
            <a:grpSpLocks/>
          </p:cNvGrpSpPr>
          <p:nvPr/>
        </p:nvGrpSpPr>
        <p:grpSpPr bwMode="auto">
          <a:xfrm>
            <a:off x="4876800" y="1828800"/>
            <a:ext cx="609600" cy="228600"/>
            <a:chOff x="2112" y="1152"/>
            <a:chExt cx="384" cy="144"/>
          </a:xfrm>
        </p:grpSpPr>
        <p:sp>
          <p:nvSpPr>
            <p:cNvPr id="24605" name="Oval 15">
              <a:extLst>
                <a:ext uri="{FF2B5EF4-FFF2-40B4-BE49-F238E27FC236}">
                  <a16:creationId xmlns:a16="http://schemas.microsoft.com/office/drawing/2014/main" id="{95E45427-AA4C-DE43-9E30-2D773A03F2C0}"/>
                </a:ext>
              </a:extLst>
            </p:cNvPr>
            <p:cNvSpPr>
              <a:spLocks noChangeArrowheads="1"/>
            </p:cNvSpPr>
            <p:nvPr/>
          </p:nvSpPr>
          <p:spPr bwMode="auto">
            <a:xfrm>
              <a:off x="2112" y="1152"/>
              <a:ext cx="144" cy="144"/>
            </a:xfrm>
            <a:prstGeom prst="ellipse">
              <a:avLst/>
            </a:prstGeom>
            <a:solidFill>
              <a:schemeClr val="accent1"/>
            </a:solidFill>
            <a:ln w="9525">
              <a:solidFill>
                <a:schemeClr val="tx1"/>
              </a:solidFill>
              <a:miter lim="800000"/>
              <a:headEnd/>
              <a:tailEnd/>
            </a:ln>
          </p:spPr>
          <p:txBody>
            <a:bodyPr wrap="none" anchor="ctr"/>
            <a:lstStyle>
              <a:lvl1pPr eaLnBrk="0" hangingPunct="0">
                <a:defRPr sz="24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sz="24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sz="24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sz="24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eaLnBrk="1" hangingPunct="1"/>
              <a:endParaRPr lang="en-US" altLang="en-US"/>
            </a:p>
          </p:txBody>
        </p:sp>
        <p:sp>
          <p:nvSpPr>
            <p:cNvPr id="24606" name="Rectangle 21">
              <a:extLst>
                <a:ext uri="{FF2B5EF4-FFF2-40B4-BE49-F238E27FC236}">
                  <a16:creationId xmlns:a16="http://schemas.microsoft.com/office/drawing/2014/main" id="{810AAA8A-82D5-D345-9159-D442A01192AE}"/>
                </a:ext>
              </a:extLst>
            </p:cNvPr>
            <p:cNvSpPr>
              <a:spLocks noChangeArrowheads="1"/>
            </p:cNvSpPr>
            <p:nvPr/>
          </p:nvSpPr>
          <p:spPr bwMode="auto">
            <a:xfrm>
              <a:off x="2352" y="1152"/>
              <a:ext cx="144" cy="144"/>
            </a:xfrm>
            <a:prstGeom prst="rect">
              <a:avLst/>
            </a:prstGeom>
            <a:solidFill>
              <a:srgbClr val="FF0000"/>
            </a:solidFill>
            <a:ln w="9525">
              <a:solidFill>
                <a:schemeClr val="tx1"/>
              </a:solidFill>
              <a:miter lim="800000"/>
              <a:headEnd/>
              <a:tailEnd/>
            </a:ln>
          </p:spPr>
          <p:txBody>
            <a:bodyPr wrap="none" anchor="ctr"/>
            <a:lstStyle>
              <a:lvl1pPr eaLnBrk="0" hangingPunct="0">
                <a:defRPr sz="24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sz="24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sz="24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sz="24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algn="ctr" eaLnBrk="1" hangingPunct="1"/>
              <a:endParaRPr lang="en-US" altLang="en-US"/>
            </a:p>
          </p:txBody>
        </p:sp>
      </p:grpSp>
      <p:sp>
        <p:nvSpPr>
          <p:cNvPr id="148509" name="Oval 29">
            <a:extLst>
              <a:ext uri="{FF2B5EF4-FFF2-40B4-BE49-F238E27FC236}">
                <a16:creationId xmlns:a16="http://schemas.microsoft.com/office/drawing/2014/main" id="{B313F748-973E-5F4B-908D-C8DBC6AB5F3B}"/>
              </a:ext>
            </a:extLst>
          </p:cNvPr>
          <p:cNvSpPr>
            <a:spLocks noChangeArrowheads="1"/>
          </p:cNvSpPr>
          <p:nvPr/>
        </p:nvSpPr>
        <p:spPr bwMode="auto">
          <a:xfrm>
            <a:off x="3962400" y="2667000"/>
            <a:ext cx="228600" cy="228600"/>
          </a:xfrm>
          <a:prstGeom prst="ellipse">
            <a:avLst/>
          </a:prstGeom>
          <a:solidFill>
            <a:schemeClr val="accent1"/>
          </a:solidFill>
          <a:ln w="9525">
            <a:solidFill>
              <a:schemeClr val="tx1"/>
            </a:solidFill>
            <a:miter lim="800000"/>
            <a:headEnd/>
            <a:tailEnd/>
          </a:ln>
        </p:spPr>
        <p:txBody>
          <a:bodyPr wrap="none" anchor="ctr"/>
          <a:lstStyle>
            <a:lvl1pPr eaLnBrk="0" hangingPunct="0">
              <a:defRPr sz="24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sz="24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sz="24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sz="24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eaLnBrk="1" hangingPunct="1"/>
            <a:endParaRPr lang="en-US" altLang="en-US"/>
          </a:p>
        </p:txBody>
      </p:sp>
      <p:sp>
        <p:nvSpPr>
          <p:cNvPr id="148510" name="AutoShape 30">
            <a:extLst>
              <a:ext uri="{FF2B5EF4-FFF2-40B4-BE49-F238E27FC236}">
                <a16:creationId xmlns:a16="http://schemas.microsoft.com/office/drawing/2014/main" id="{C18C754C-002B-4E4B-BFE0-93A43131C06B}"/>
              </a:ext>
            </a:extLst>
          </p:cNvPr>
          <p:cNvSpPr>
            <a:spLocks noChangeArrowheads="1"/>
          </p:cNvSpPr>
          <p:nvPr/>
        </p:nvSpPr>
        <p:spPr bwMode="auto">
          <a:xfrm>
            <a:off x="5638800" y="2667000"/>
            <a:ext cx="228600" cy="228600"/>
          </a:xfrm>
          <a:prstGeom prst="triangle">
            <a:avLst>
              <a:gd name="adj" fmla="val 50000"/>
            </a:avLst>
          </a:prstGeom>
          <a:solidFill>
            <a:srgbClr val="3333CC"/>
          </a:solidFill>
          <a:ln w="9525">
            <a:solidFill>
              <a:schemeClr val="tx1"/>
            </a:solidFill>
            <a:miter lim="800000"/>
            <a:headEnd/>
            <a:tailEnd/>
          </a:ln>
        </p:spPr>
        <p:txBody>
          <a:bodyPr wrap="none" anchor="ctr"/>
          <a:lstStyle>
            <a:lvl1pPr eaLnBrk="0" hangingPunct="0">
              <a:defRPr sz="24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sz="24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sz="24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sz="24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eaLnBrk="1" hangingPunct="1"/>
            <a:endParaRPr lang="en-US" altLang="en-US"/>
          </a:p>
        </p:txBody>
      </p:sp>
      <p:sp>
        <p:nvSpPr>
          <p:cNvPr id="148511" name="Rectangle 31">
            <a:extLst>
              <a:ext uri="{FF2B5EF4-FFF2-40B4-BE49-F238E27FC236}">
                <a16:creationId xmlns:a16="http://schemas.microsoft.com/office/drawing/2014/main" id="{5FC93F6D-9D1F-094A-808B-754DD14A6749}"/>
              </a:ext>
            </a:extLst>
          </p:cNvPr>
          <p:cNvSpPr>
            <a:spLocks noChangeArrowheads="1"/>
          </p:cNvSpPr>
          <p:nvPr/>
        </p:nvSpPr>
        <p:spPr bwMode="auto">
          <a:xfrm>
            <a:off x="7391400" y="2667000"/>
            <a:ext cx="228600" cy="228600"/>
          </a:xfrm>
          <a:prstGeom prst="rect">
            <a:avLst/>
          </a:prstGeom>
          <a:solidFill>
            <a:srgbClr val="FF0000"/>
          </a:solidFill>
          <a:ln w="9525">
            <a:solidFill>
              <a:schemeClr val="tx1"/>
            </a:solidFill>
            <a:miter lim="800000"/>
            <a:headEnd/>
            <a:tailEnd/>
          </a:ln>
        </p:spPr>
        <p:txBody>
          <a:bodyPr wrap="none" anchor="ctr"/>
          <a:lstStyle>
            <a:lvl1pPr eaLnBrk="0" hangingPunct="0">
              <a:defRPr sz="24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sz="24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sz="24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sz="24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algn="ctr" eaLnBrk="1" hangingPunct="1"/>
            <a:endParaRPr lang="en-US" altLang="en-US"/>
          </a:p>
        </p:txBody>
      </p:sp>
      <p:graphicFrame>
        <p:nvGraphicFramePr>
          <p:cNvPr id="148513" name="Object 3">
            <a:extLst>
              <a:ext uri="{FF2B5EF4-FFF2-40B4-BE49-F238E27FC236}">
                <a16:creationId xmlns:a16="http://schemas.microsoft.com/office/drawing/2014/main" id="{ADFAB49A-EA7B-634E-9E1A-2FD16419BB45}"/>
              </a:ext>
            </a:extLst>
          </p:cNvPr>
          <p:cNvGraphicFramePr>
            <a:graphicFrameLocks noChangeAspect="1"/>
          </p:cNvGraphicFramePr>
          <p:nvPr/>
        </p:nvGraphicFramePr>
        <p:xfrm>
          <a:off x="3581400" y="2971800"/>
          <a:ext cx="4368800" cy="482600"/>
        </p:xfrm>
        <a:graphic>
          <a:graphicData uri="http://schemas.openxmlformats.org/presentationml/2006/ole">
            <mc:AlternateContent xmlns:mc="http://schemas.openxmlformats.org/markup-compatibility/2006">
              <mc:Choice xmlns:v="urn:schemas-microsoft-com:vml" Requires="v">
                <p:oleObj spid="_x0000_s3075" name="Microsoft Equation 3.0" r:id="rId5" imgW="100647500" imgH="11112500" progId="Equation.3">
                  <p:embed/>
                </p:oleObj>
              </mc:Choice>
              <mc:Fallback>
                <p:oleObj name="Microsoft Equation 3.0" r:id="rId5" imgW="100647500" imgH="11112500" progId="Equation.3">
                  <p:embed/>
                  <p:pic>
                    <p:nvPicPr>
                      <p:cNvPr id="148513" name="Object 3">
                        <a:extLst>
                          <a:ext uri="{FF2B5EF4-FFF2-40B4-BE49-F238E27FC236}">
                            <a16:creationId xmlns:a16="http://schemas.microsoft.com/office/drawing/2014/main" id="{ADFAB49A-EA7B-634E-9E1A-2FD16419BB45}"/>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581400" y="2971800"/>
                        <a:ext cx="4368800" cy="482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grpSp>
        <p:nvGrpSpPr>
          <p:cNvPr id="6" name="Group 50">
            <a:extLst>
              <a:ext uri="{FF2B5EF4-FFF2-40B4-BE49-F238E27FC236}">
                <a16:creationId xmlns:a16="http://schemas.microsoft.com/office/drawing/2014/main" id="{A538CBDD-247F-F542-9931-271C9DC138CE}"/>
              </a:ext>
            </a:extLst>
          </p:cNvPr>
          <p:cNvGrpSpPr>
            <a:grpSpLocks/>
          </p:cNvGrpSpPr>
          <p:nvPr/>
        </p:nvGrpSpPr>
        <p:grpSpPr bwMode="auto">
          <a:xfrm>
            <a:off x="3048000" y="3429000"/>
            <a:ext cx="5334000" cy="762000"/>
            <a:chOff x="960" y="2160"/>
            <a:chExt cx="3360" cy="480"/>
          </a:xfrm>
        </p:grpSpPr>
        <p:grpSp>
          <p:nvGrpSpPr>
            <p:cNvPr id="24599" name="Group 46">
              <a:extLst>
                <a:ext uri="{FF2B5EF4-FFF2-40B4-BE49-F238E27FC236}">
                  <a16:creationId xmlns:a16="http://schemas.microsoft.com/office/drawing/2014/main" id="{B7AD0F2C-61EC-8545-A2F2-966E9A9A26E9}"/>
                </a:ext>
              </a:extLst>
            </p:cNvPr>
            <p:cNvGrpSpPr>
              <a:grpSpLocks/>
            </p:cNvGrpSpPr>
            <p:nvPr/>
          </p:nvGrpSpPr>
          <p:grpSpPr bwMode="auto">
            <a:xfrm>
              <a:off x="960" y="2160"/>
              <a:ext cx="816" cy="480"/>
              <a:chOff x="960" y="2160"/>
              <a:chExt cx="816" cy="480"/>
            </a:xfrm>
          </p:grpSpPr>
          <p:sp>
            <p:nvSpPr>
              <p:cNvPr id="24603" name="AutoShape 44">
                <a:extLst>
                  <a:ext uri="{FF2B5EF4-FFF2-40B4-BE49-F238E27FC236}">
                    <a16:creationId xmlns:a16="http://schemas.microsoft.com/office/drawing/2014/main" id="{C0492163-0D50-374F-ABC7-0392FB8330E9}"/>
                  </a:ext>
                </a:extLst>
              </p:cNvPr>
              <p:cNvSpPr>
                <a:spLocks noChangeArrowheads="1"/>
              </p:cNvSpPr>
              <p:nvPr/>
            </p:nvSpPr>
            <p:spPr bwMode="auto">
              <a:xfrm>
                <a:off x="960" y="2160"/>
                <a:ext cx="816" cy="480"/>
              </a:xfrm>
              <a:prstGeom prst="upArrowCallout">
                <a:avLst>
                  <a:gd name="adj1" fmla="val 17881"/>
                  <a:gd name="adj2" fmla="val 45876"/>
                  <a:gd name="adj3" fmla="val 18111"/>
                  <a:gd name="adj4" fmla="val 68111"/>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sz="24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sz="24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sz="24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eaLnBrk="1" hangingPunct="1"/>
                <a:endParaRPr lang="en-US" altLang="en-US"/>
              </a:p>
            </p:txBody>
          </p:sp>
          <p:sp>
            <p:nvSpPr>
              <p:cNvPr id="24604" name="Text Box 45">
                <a:extLst>
                  <a:ext uri="{FF2B5EF4-FFF2-40B4-BE49-F238E27FC236}">
                    <a16:creationId xmlns:a16="http://schemas.microsoft.com/office/drawing/2014/main" id="{F71432B8-D29C-3842-942B-792231945BEE}"/>
                  </a:ext>
                </a:extLst>
              </p:cNvPr>
              <p:cNvSpPr txBox="1">
                <a:spLocks noChangeArrowheads="1"/>
              </p:cNvSpPr>
              <p:nvPr/>
            </p:nvSpPr>
            <p:spPr bwMode="auto">
              <a:xfrm>
                <a:off x="960" y="2400"/>
                <a:ext cx="816"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sz="24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sz="24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sz="24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eaLnBrk="1" hangingPunct="1">
                  <a:spcBef>
                    <a:spcPct val="50000"/>
                  </a:spcBef>
                </a:pPr>
                <a:r>
                  <a:rPr lang="en-US" altLang="en-US" sz="1600"/>
                  <a:t>Not in subset</a:t>
                </a:r>
              </a:p>
            </p:txBody>
          </p:sp>
        </p:grpSp>
        <p:grpSp>
          <p:nvGrpSpPr>
            <p:cNvPr id="24600" name="Group 47">
              <a:extLst>
                <a:ext uri="{FF2B5EF4-FFF2-40B4-BE49-F238E27FC236}">
                  <a16:creationId xmlns:a16="http://schemas.microsoft.com/office/drawing/2014/main" id="{3C50B73F-61C5-5145-8393-5FF4563040B0}"/>
                </a:ext>
              </a:extLst>
            </p:cNvPr>
            <p:cNvGrpSpPr>
              <a:grpSpLocks/>
            </p:cNvGrpSpPr>
            <p:nvPr/>
          </p:nvGrpSpPr>
          <p:grpSpPr bwMode="auto">
            <a:xfrm>
              <a:off x="3504" y="2160"/>
              <a:ext cx="816" cy="480"/>
              <a:chOff x="960" y="2160"/>
              <a:chExt cx="816" cy="480"/>
            </a:xfrm>
          </p:grpSpPr>
          <p:sp>
            <p:nvSpPr>
              <p:cNvPr id="24601" name="AutoShape 48">
                <a:extLst>
                  <a:ext uri="{FF2B5EF4-FFF2-40B4-BE49-F238E27FC236}">
                    <a16:creationId xmlns:a16="http://schemas.microsoft.com/office/drawing/2014/main" id="{151DA5A2-18BB-B949-804A-6BDB16CF0107}"/>
                  </a:ext>
                </a:extLst>
              </p:cNvPr>
              <p:cNvSpPr>
                <a:spLocks noChangeArrowheads="1"/>
              </p:cNvSpPr>
              <p:nvPr/>
            </p:nvSpPr>
            <p:spPr bwMode="auto">
              <a:xfrm>
                <a:off x="960" y="2160"/>
                <a:ext cx="816" cy="480"/>
              </a:xfrm>
              <a:prstGeom prst="upArrowCallout">
                <a:avLst>
                  <a:gd name="adj1" fmla="val 17881"/>
                  <a:gd name="adj2" fmla="val 45876"/>
                  <a:gd name="adj3" fmla="val 18111"/>
                  <a:gd name="adj4" fmla="val 68111"/>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sz="24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sz="24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sz="24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eaLnBrk="1" hangingPunct="1"/>
                <a:endParaRPr lang="en-US" altLang="en-US"/>
              </a:p>
            </p:txBody>
          </p:sp>
          <p:sp>
            <p:nvSpPr>
              <p:cNvPr id="24602" name="Text Box 49">
                <a:extLst>
                  <a:ext uri="{FF2B5EF4-FFF2-40B4-BE49-F238E27FC236}">
                    <a16:creationId xmlns:a16="http://schemas.microsoft.com/office/drawing/2014/main" id="{66A0AE0A-2270-5247-9039-10C272B911DD}"/>
                  </a:ext>
                </a:extLst>
              </p:cNvPr>
              <p:cNvSpPr txBox="1">
                <a:spLocks noChangeArrowheads="1"/>
              </p:cNvSpPr>
              <p:nvPr/>
            </p:nvSpPr>
            <p:spPr bwMode="auto">
              <a:xfrm>
                <a:off x="960" y="2400"/>
                <a:ext cx="816"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sz="24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sz="24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sz="24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eaLnBrk="1" hangingPunct="1">
                  <a:spcBef>
                    <a:spcPct val="50000"/>
                  </a:spcBef>
                </a:pPr>
                <a:r>
                  <a:rPr lang="en-US" altLang="en-US" sz="1600"/>
                  <a:t>In the subset</a:t>
                </a:r>
              </a:p>
            </p:txBody>
          </p:sp>
        </p:grpSp>
      </p:grpSp>
      <p:sp>
        <p:nvSpPr>
          <p:cNvPr id="24591" name="Text Box 52">
            <a:extLst>
              <a:ext uri="{FF2B5EF4-FFF2-40B4-BE49-F238E27FC236}">
                <a16:creationId xmlns:a16="http://schemas.microsoft.com/office/drawing/2014/main" id="{8EC4BC83-E906-D14F-99F1-A202CAF8F048}"/>
              </a:ext>
            </a:extLst>
          </p:cNvPr>
          <p:cNvSpPr txBox="1">
            <a:spLocks noChangeArrowheads="1"/>
          </p:cNvSpPr>
          <p:nvPr/>
        </p:nvSpPr>
        <p:spPr bwMode="auto">
          <a:xfrm>
            <a:off x="1828800" y="4572001"/>
            <a:ext cx="84963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sz="24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sz="24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sz="24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eaLnBrk="1" hangingPunct="1"/>
            <a:r>
              <a:rPr lang="en-US" altLang="en-US" sz="1800"/>
              <a:t>The polynomial expands to:                                                                 (Generating Function)</a:t>
            </a:r>
          </a:p>
        </p:txBody>
      </p:sp>
      <p:sp>
        <p:nvSpPr>
          <p:cNvPr id="24592" name="Text Box 55">
            <a:extLst>
              <a:ext uri="{FF2B5EF4-FFF2-40B4-BE49-F238E27FC236}">
                <a16:creationId xmlns:a16="http://schemas.microsoft.com/office/drawing/2014/main" id="{9B6D99E3-C51E-5143-9310-DEE656E9EEED}"/>
              </a:ext>
            </a:extLst>
          </p:cNvPr>
          <p:cNvSpPr txBox="1">
            <a:spLocks noChangeArrowheads="1"/>
          </p:cNvSpPr>
          <p:nvPr/>
        </p:nvSpPr>
        <p:spPr bwMode="auto">
          <a:xfrm>
            <a:off x="2362200" y="5257801"/>
            <a:ext cx="80772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sz="24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sz="24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sz="24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eaLnBrk="1" hangingPunct="1"/>
            <a:r>
              <a:rPr lang="en-US" altLang="en-US" sz="1800"/>
              <a:t>This shows that there are three ways to choose 2 objects from 3 objects.  </a:t>
            </a:r>
          </a:p>
        </p:txBody>
      </p:sp>
      <p:grpSp>
        <p:nvGrpSpPr>
          <p:cNvPr id="24593" name="Group 56">
            <a:extLst>
              <a:ext uri="{FF2B5EF4-FFF2-40B4-BE49-F238E27FC236}">
                <a16:creationId xmlns:a16="http://schemas.microsoft.com/office/drawing/2014/main" id="{3B85697C-950A-EA47-B4D5-05C26F4B0998}"/>
              </a:ext>
            </a:extLst>
          </p:cNvPr>
          <p:cNvGrpSpPr>
            <a:grpSpLocks/>
          </p:cNvGrpSpPr>
          <p:nvPr/>
        </p:nvGrpSpPr>
        <p:grpSpPr bwMode="auto">
          <a:xfrm>
            <a:off x="4572000" y="4419600"/>
            <a:ext cx="2882900" cy="609600"/>
            <a:chOff x="1920" y="2784"/>
            <a:chExt cx="1816" cy="384"/>
          </a:xfrm>
        </p:grpSpPr>
        <p:graphicFrame>
          <p:nvGraphicFramePr>
            <p:cNvPr id="24597" name="Object 4">
              <a:extLst>
                <a:ext uri="{FF2B5EF4-FFF2-40B4-BE49-F238E27FC236}">
                  <a16:creationId xmlns:a16="http://schemas.microsoft.com/office/drawing/2014/main" id="{41FE0ABE-2B2B-9240-AD96-6AC237C53441}"/>
                </a:ext>
              </a:extLst>
            </p:cNvPr>
            <p:cNvGraphicFramePr>
              <a:graphicFrameLocks noChangeAspect="1"/>
            </p:cNvGraphicFramePr>
            <p:nvPr/>
          </p:nvGraphicFramePr>
          <p:xfrm>
            <a:off x="1920" y="2832"/>
            <a:ext cx="1816" cy="280"/>
          </p:xfrm>
          <a:graphic>
            <a:graphicData uri="http://schemas.openxmlformats.org/presentationml/2006/ole">
              <mc:AlternateContent xmlns:mc="http://schemas.openxmlformats.org/markup-compatibility/2006">
                <mc:Choice xmlns:v="urn:schemas-microsoft-com:vml" Requires="v">
                  <p:oleObj spid="_x0000_s3076" name="Equation" r:id="rId7" imgW="66408300" imgH="10236200" progId="Equation.3">
                    <p:embed/>
                  </p:oleObj>
                </mc:Choice>
                <mc:Fallback>
                  <p:oleObj name="Equation" r:id="rId7" imgW="66408300" imgH="10236200" progId="Equation.3">
                    <p:embed/>
                    <p:pic>
                      <p:nvPicPr>
                        <p:cNvPr id="24597" name="Object 4">
                          <a:extLst>
                            <a:ext uri="{FF2B5EF4-FFF2-40B4-BE49-F238E27FC236}">
                              <a16:creationId xmlns:a16="http://schemas.microsoft.com/office/drawing/2014/main" id="{41FE0ABE-2B2B-9240-AD96-6AC237C53441}"/>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920" y="2832"/>
                          <a:ext cx="1816" cy="2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sp>
          <p:nvSpPr>
            <p:cNvPr id="24598" name="Rectangle 53">
              <a:extLst>
                <a:ext uri="{FF2B5EF4-FFF2-40B4-BE49-F238E27FC236}">
                  <a16:creationId xmlns:a16="http://schemas.microsoft.com/office/drawing/2014/main" id="{D9290BE0-DCD6-DE4B-9490-BC4E350A551C}"/>
                </a:ext>
              </a:extLst>
            </p:cNvPr>
            <p:cNvSpPr>
              <a:spLocks noChangeArrowheads="1"/>
            </p:cNvSpPr>
            <p:nvPr/>
          </p:nvSpPr>
          <p:spPr bwMode="auto">
            <a:xfrm>
              <a:off x="2400" y="2784"/>
              <a:ext cx="432" cy="384"/>
            </a:xfrm>
            <a:prstGeom prst="rect">
              <a:avLst/>
            </a:prstGeom>
            <a:noFill/>
            <a:ln w="5715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sz="24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sz="24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sz="24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eaLnBrk="1" hangingPunct="1"/>
              <a:endParaRPr lang="en-US" altLang="en-US"/>
            </a:p>
          </p:txBody>
        </p:sp>
      </p:grpSp>
      <p:sp>
        <p:nvSpPr>
          <p:cNvPr id="148537" name="Oval 57">
            <a:extLst>
              <a:ext uri="{FF2B5EF4-FFF2-40B4-BE49-F238E27FC236}">
                <a16:creationId xmlns:a16="http://schemas.microsoft.com/office/drawing/2014/main" id="{4C56FB45-09F4-9E4E-9B70-461B02CAAC8D}"/>
              </a:ext>
            </a:extLst>
          </p:cNvPr>
          <p:cNvSpPr>
            <a:spLocks noChangeArrowheads="1"/>
          </p:cNvSpPr>
          <p:nvPr/>
        </p:nvSpPr>
        <p:spPr bwMode="auto">
          <a:xfrm>
            <a:off x="3962400" y="2667000"/>
            <a:ext cx="228600" cy="228600"/>
          </a:xfrm>
          <a:prstGeom prst="ellipse">
            <a:avLst/>
          </a:prstGeom>
          <a:solidFill>
            <a:schemeClr val="accent1"/>
          </a:solidFill>
          <a:ln w="9525">
            <a:solidFill>
              <a:schemeClr val="tx1"/>
            </a:solidFill>
            <a:miter lim="800000"/>
            <a:headEnd/>
            <a:tailEnd/>
          </a:ln>
        </p:spPr>
        <p:txBody>
          <a:bodyPr wrap="none" anchor="ctr"/>
          <a:lstStyle>
            <a:lvl1pPr eaLnBrk="0" hangingPunct="0">
              <a:defRPr sz="24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sz="24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sz="24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sz="24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eaLnBrk="1" hangingPunct="1"/>
            <a:endParaRPr lang="en-US" altLang="en-US"/>
          </a:p>
        </p:txBody>
      </p:sp>
      <p:sp>
        <p:nvSpPr>
          <p:cNvPr id="148538" name="AutoShape 58">
            <a:extLst>
              <a:ext uri="{FF2B5EF4-FFF2-40B4-BE49-F238E27FC236}">
                <a16:creationId xmlns:a16="http://schemas.microsoft.com/office/drawing/2014/main" id="{FCA602A4-8C6D-6147-8A4F-A9A433577616}"/>
              </a:ext>
            </a:extLst>
          </p:cNvPr>
          <p:cNvSpPr>
            <a:spLocks noChangeArrowheads="1"/>
          </p:cNvSpPr>
          <p:nvPr/>
        </p:nvSpPr>
        <p:spPr bwMode="auto">
          <a:xfrm>
            <a:off x="5638800" y="2667000"/>
            <a:ext cx="228600" cy="228600"/>
          </a:xfrm>
          <a:prstGeom prst="triangle">
            <a:avLst>
              <a:gd name="adj" fmla="val 50000"/>
            </a:avLst>
          </a:prstGeom>
          <a:solidFill>
            <a:srgbClr val="3333CC"/>
          </a:solidFill>
          <a:ln w="9525">
            <a:solidFill>
              <a:schemeClr val="tx1"/>
            </a:solidFill>
            <a:miter lim="800000"/>
            <a:headEnd/>
            <a:tailEnd/>
          </a:ln>
        </p:spPr>
        <p:txBody>
          <a:bodyPr wrap="none" anchor="ctr"/>
          <a:lstStyle>
            <a:lvl1pPr eaLnBrk="0" hangingPunct="0">
              <a:defRPr sz="24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sz="24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sz="24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sz="24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eaLnBrk="1" hangingPunct="1"/>
            <a:endParaRPr lang="en-US" altLang="en-US"/>
          </a:p>
        </p:txBody>
      </p:sp>
      <p:sp>
        <p:nvSpPr>
          <p:cNvPr id="148539" name="Rectangle 59">
            <a:extLst>
              <a:ext uri="{FF2B5EF4-FFF2-40B4-BE49-F238E27FC236}">
                <a16:creationId xmlns:a16="http://schemas.microsoft.com/office/drawing/2014/main" id="{F1FB3CEC-AC1F-1248-8E78-55432E60A886}"/>
              </a:ext>
            </a:extLst>
          </p:cNvPr>
          <p:cNvSpPr>
            <a:spLocks noChangeArrowheads="1"/>
          </p:cNvSpPr>
          <p:nvPr/>
        </p:nvSpPr>
        <p:spPr bwMode="auto">
          <a:xfrm>
            <a:off x="7391400" y="2667000"/>
            <a:ext cx="228600" cy="228600"/>
          </a:xfrm>
          <a:prstGeom prst="rect">
            <a:avLst/>
          </a:prstGeom>
          <a:solidFill>
            <a:srgbClr val="FF0000"/>
          </a:solidFill>
          <a:ln w="9525">
            <a:solidFill>
              <a:schemeClr val="tx1"/>
            </a:solidFill>
            <a:miter lim="800000"/>
            <a:headEnd/>
            <a:tailEnd/>
          </a:ln>
        </p:spPr>
        <p:txBody>
          <a:bodyPr wrap="none" anchor="ctr"/>
          <a:lstStyle>
            <a:lvl1pPr eaLnBrk="0" hangingPunct="0">
              <a:defRPr sz="24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sz="24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sz="24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sz="24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algn="ctr" eaLnBrk="1" hangingPunct="1"/>
            <a:endParaRPr lang="en-US" altLang="en-US"/>
          </a:p>
        </p:txBody>
      </p:sp>
    </p:spTree>
    <p:extLst>
      <p:ext uri="{BB962C8B-B14F-4D97-AF65-F5344CB8AC3E}">
        <p14:creationId xmlns:p14="http://schemas.microsoft.com/office/powerpoint/2010/main" val="64383061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xit" presetSubtype="0" fill="hold" grpId="0" nodeType="withEffect">
                                  <p:stCondLst>
                                    <p:cond delay="0"/>
                                  </p:stCondLst>
                                  <p:childTnLst>
                                    <p:set>
                                      <p:cBhvr>
                                        <p:cTn id="6" dur="1" fill="hold">
                                          <p:stCondLst>
                                            <p:cond delay="0"/>
                                          </p:stCondLst>
                                        </p:cTn>
                                        <p:tgtEl>
                                          <p:spTgt spid="148537"/>
                                        </p:tgtEl>
                                        <p:attrNameLst>
                                          <p:attrName>style.visibility</p:attrName>
                                        </p:attrNameLst>
                                      </p:cBhvr>
                                      <p:to>
                                        <p:strVal val="hidden"/>
                                      </p:to>
                                    </p:set>
                                  </p:childTnLst>
                                </p:cTn>
                              </p:par>
                              <p:par>
                                <p:cTn id="7" presetID="1" presetClass="exit" presetSubtype="0" fill="hold" grpId="0" nodeType="withEffect">
                                  <p:stCondLst>
                                    <p:cond delay="0"/>
                                  </p:stCondLst>
                                  <p:childTnLst>
                                    <p:set>
                                      <p:cBhvr>
                                        <p:cTn id="8" dur="1" fill="hold">
                                          <p:stCondLst>
                                            <p:cond delay="0"/>
                                          </p:stCondLst>
                                        </p:cTn>
                                        <p:tgtEl>
                                          <p:spTgt spid="148538"/>
                                        </p:tgtEl>
                                        <p:attrNameLst>
                                          <p:attrName>style.visibility</p:attrName>
                                        </p:attrNameLst>
                                      </p:cBhvr>
                                      <p:to>
                                        <p:strVal val="hidden"/>
                                      </p:to>
                                    </p:set>
                                  </p:childTnLst>
                                </p:cTn>
                              </p:par>
                              <p:par>
                                <p:cTn id="9" presetID="1" presetClass="exit" presetSubtype="0" fill="hold" grpId="0" nodeType="withEffect">
                                  <p:stCondLst>
                                    <p:cond delay="0"/>
                                  </p:stCondLst>
                                  <p:childTnLst>
                                    <p:set>
                                      <p:cBhvr>
                                        <p:cTn id="10" dur="1" fill="hold">
                                          <p:stCondLst>
                                            <p:cond delay="0"/>
                                          </p:stCondLst>
                                        </p:cTn>
                                        <p:tgtEl>
                                          <p:spTgt spid="148539"/>
                                        </p:tgtEl>
                                        <p:attrNameLst>
                                          <p:attrName>style.visibility</p:attrName>
                                        </p:attrNameLst>
                                      </p:cBhvr>
                                      <p:to>
                                        <p:strVal val="hidden"/>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148513"/>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0" presetClass="path" presetSubtype="0" accel="50000" decel="50000" fill="hold" grpId="0" nodeType="clickEffect">
                                  <p:stCondLst>
                                    <p:cond delay="0"/>
                                  </p:stCondLst>
                                  <p:childTnLst>
                                    <p:animMotion origin="layout" path="M -0.06823 -0.26428 C -0.10573 -0.23238 -0.14306 -0.20047 -0.13177 -0.15654 C -0.12049 -0.11261 -0.06025 -0.05642 -1.11111E-6 -7.63006E-6 " pathEditMode="relative" ptsTypes="aaA">
                                      <p:cBhvr>
                                        <p:cTn id="18" dur="2000" fill="hold"/>
                                        <p:tgtEl>
                                          <p:spTgt spid="148509"/>
                                        </p:tgtEl>
                                        <p:attrNameLst>
                                          <p:attrName>ppt_x</p:attrName>
                                          <p:attrName>ppt_y</p:attrName>
                                        </p:attrNameLst>
                                      </p:cBhvr>
                                    </p:animMotion>
                                  </p:childTnLst>
                                </p:cTn>
                              </p:par>
                              <p:par>
                                <p:cTn id="19" presetID="0" presetClass="path" presetSubtype="0" accel="50000" decel="50000" fill="hold" grpId="0" nodeType="withEffect">
                                  <p:stCondLst>
                                    <p:cond delay="0"/>
                                  </p:stCondLst>
                                  <p:childTnLst>
                                    <p:animMotion origin="layout" path="M -0.17466 -0.24741 C -0.18525 -0.22267 -0.19584 -0.19769 -0.16667 -0.15654 C -0.1375 -0.11538 -0.02848 -0.02613 4.44444E-6 -6.7052E-6 " pathEditMode="relative" ptsTypes="aaA">
                                      <p:cBhvr>
                                        <p:cTn id="20" dur="2000" fill="hold"/>
                                        <p:tgtEl>
                                          <p:spTgt spid="148510"/>
                                        </p:tgtEl>
                                        <p:attrNameLst>
                                          <p:attrName>ppt_x</p:attrName>
                                          <p:attrName>ppt_y</p:attrName>
                                        </p:attrNameLst>
                                      </p:cBhvr>
                                    </p:animMotion>
                                  </p:childTnLst>
                                </p:cTn>
                              </p:par>
                              <p:par>
                                <p:cTn id="21" presetID="0" presetClass="path" presetSubtype="0" accel="50000" decel="50000" fill="hold" nodeType="withEffect">
                                  <p:stCondLst>
                                    <p:cond delay="0"/>
                                  </p:stCondLst>
                                  <p:childTnLst>
                                    <p:animMotion origin="layout" path="M -0.31268 -0.2578 C -0.15226 -0.2222 0.00815 -0.18659 0.06024 -0.14358 C 0.11232 -0.10058 0.05607 -0.0504 -7.5E-6 -3.64162E-6 " pathEditMode="relative" ptsTypes="aaA">
                                      <p:cBhvr>
                                        <p:cTn id="22" dur="2000" fill="hold"/>
                                        <p:tgtEl>
                                          <p:spTgt spid="148511"/>
                                        </p:tgtEl>
                                        <p:attrNameLst>
                                          <p:attrName>ppt_x</p:attrName>
                                          <p:attrName>ppt_y</p:attrName>
                                        </p:attrNameLst>
                                      </p:cBhvr>
                                    </p:animMotion>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nodeType="clickEffect">
                                  <p:stCondLst>
                                    <p:cond delay="0"/>
                                  </p:stCondLst>
                                  <p:childTnLst>
                                    <p:set>
                                      <p:cBhvr>
                                        <p:cTn id="2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8509" grpId="0" animBg="1"/>
      <p:bldP spid="148510" grpId="0" animBg="1"/>
      <p:bldP spid="148537" grpId="0" animBg="1"/>
      <p:bldP spid="148538" grpId="0" animBg="1"/>
      <p:bldP spid="148539"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4" name="Rectangle 2">
            <a:extLst>
              <a:ext uri="{FF2B5EF4-FFF2-40B4-BE49-F238E27FC236}">
                <a16:creationId xmlns:a16="http://schemas.microsoft.com/office/drawing/2014/main" id="{1C47C0EE-F7ED-1248-B81C-1B8453FB5872}"/>
              </a:ext>
            </a:extLst>
          </p:cNvPr>
          <p:cNvSpPr>
            <a:spLocks noGrp="1" noChangeArrowheads="1"/>
          </p:cNvSpPr>
          <p:nvPr>
            <p:ph type="title"/>
          </p:nvPr>
        </p:nvSpPr>
        <p:spPr>
          <a:xfrm>
            <a:off x="2193925" y="258763"/>
            <a:ext cx="7772400" cy="1143000"/>
          </a:xfrm>
        </p:spPr>
        <p:txBody>
          <a:bodyPr/>
          <a:lstStyle/>
          <a:p>
            <a:pPr eaLnBrk="1" hangingPunct="1"/>
            <a:r>
              <a:rPr lang="en-US" altLang="en-US" sz="3600">
                <a:ea typeface="ＭＳ Ｐゴシック" panose="020B0600070205080204" pitchFamily="34" charset="-128"/>
              </a:rPr>
              <a:t>Example 1 </a:t>
            </a:r>
            <a:r>
              <a:rPr lang="en-US" altLang="en-US" sz="2400">
                <a:ea typeface="ＭＳ Ｐゴシック" panose="020B0600070205080204" pitchFamily="34" charset="-128"/>
              </a:rPr>
              <a:t>(equivalent approach)</a:t>
            </a:r>
          </a:p>
        </p:txBody>
      </p:sp>
      <mc:AlternateContent xmlns:mc="http://schemas.openxmlformats.org/markup-compatibility/2006" xmlns:a14="http://schemas.microsoft.com/office/drawing/2010/main">
        <mc:Choice Requires="a14">
          <p:sp>
            <p:nvSpPr>
              <p:cNvPr id="25605" name="Text Box 3">
                <a:extLst>
                  <a:ext uri="{FF2B5EF4-FFF2-40B4-BE49-F238E27FC236}">
                    <a16:creationId xmlns:a16="http://schemas.microsoft.com/office/drawing/2014/main" id="{A2088E7A-F3C0-E04A-8022-C256FC330A92}"/>
                  </a:ext>
                </a:extLst>
              </p:cNvPr>
              <p:cNvSpPr txBox="1">
                <a:spLocks noChangeArrowheads="1"/>
              </p:cNvSpPr>
              <p:nvPr/>
            </p:nvSpPr>
            <p:spPr bwMode="auto">
              <a:xfrm>
                <a:off x="1870075" y="1920875"/>
                <a:ext cx="8623300" cy="4154984"/>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a:spAutoFit/>
              </a:bodyPr>
              <a:lstStyle>
                <a:lvl1pPr marL="457200" indent="-457200" eaLnBrk="0" hangingPunct="0">
                  <a:defRPr sz="24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sz="24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sz="24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sz="24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eaLnBrk="1" hangingPunct="1">
                  <a:spcBef>
                    <a:spcPct val="50000"/>
                  </a:spcBef>
                </a:pPr>
                <a:r>
                  <a:rPr lang="en-US" altLang="en-US" dirty="0"/>
                  <a:t>    An example of one solution is:  </a:t>
                </a:r>
                <a:r>
                  <a:rPr lang="en-US" altLang="en-US" i="1" dirty="0"/>
                  <a:t>e</a:t>
                </a:r>
                <a:r>
                  <a:rPr lang="en-US" altLang="en-US" baseline="-25000" dirty="0"/>
                  <a:t>1</a:t>
                </a:r>
                <a:r>
                  <a:rPr lang="en-US" altLang="en-US" dirty="0"/>
                  <a:t> = 1, </a:t>
                </a:r>
                <a:r>
                  <a:rPr lang="en-US" altLang="en-US" i="1" dirty="0"/>
                  <a:t>e</a:t>
                </a:r>
                <a:r>
                  <a:rPr lang="en-US" altLang="en-US" baseline="-25000" dirty="0"/>
                  <a:t>2</a:t>
                </a:r>
                <a:r>
                  <a:rPr lang="en-US" altLang="en-US" dirty="0"/>
                  <a:t> = 0, </a:t>
                </a:r>
                <a:r>
                  <a:rPr lang="en-US" altLang="en-US" i="1" dirty="0"/>
                  <a:t>e</a:t>
                </a:r>
                <a:r>
                  <a:rPr lang="en-US" altLang="en-US" baseline="-25000" dirty="0"/>
                  <a:t>3</a:t>
                </a:r>
                <a:r>
                  <a:rPr lang="en-US" altLang="en-US" dirty="0"/>
                  <a:t> = 1. </a:t>
                </a:r>
              </a:p>
              <a:p>
                <a:pPr eaLnBrk="1" hangingPunct="1">
                  <a:spcBef>
                    <a:spcPct val="50000"/>
                  </a:spcBef>
                </a:pPr>
                <a:endParaRPr lang="en-US" altLang="en-US" dirty="0"/>
              </a:p>
              <a:p>
                <a:pPr eaLnBrk="1" hangingPunct="1">
                  <a:spcBef>
                    <a:spcPct val="50000"/>
                  </a:spcBef>
                </a:pPr>
                <a:r>
                  <a:rPr lang="en-US" altLang="en-US" dirty="0"/>
                  <a:t>Let </a:t>
                </a:r>
                <a:r>
                  <a:rPr lang="en-US" altLang="en-US" i="1" dirty="0" err="1"/>
                  <a:t>e</a:t>
                </a:r>
                <a:r>
                  <a:rPr lang="en-US" altLang="en-US" i="1" baseline="-25000" dirty="0" err="1"/>
                  <a:t>i</a:t>
                </a:r>
                <a:r>
                  <a:rPr lang="en-US" altLang="en-US" dirty="0"/>
                  <a:t> be the number of (identical) objects in box </a:t>
                </a:r>
                <a:r>
                  <a:rPr lang="en-US" altLang="en-US" i="1" dirty="0" err="1"/>
                  <a:t>i</a:t>
                </a:r>
                <a:r>
                  <a:rPr lang="en-US" altLang="en-US" dirty="0"/>
                  <a:t>. With no upper limit:                          </a:t>
                </a:r>
                <a:r>
                  <a:rPr lang="en-US" altLang="en-US" b="1" i="1" dirty="0"/>
                  <a:t>C</a:t>
                </a:r>
                <a:r>
                  <a:rPr lang="en-US" altLang="en-US" b="1" dirty="0"/>
                  <a:t>(2+3-1, 2) = 6</a:t>
                </a:r>
                <a:r>
                  <a:rPr lang="en-US" altLang="en-US" dirty="0"/>
                  <a:t>.</a:t>
                </a:r>
              </a:p>
              <a:p>
                <a:pPr eaLnBrk="1" hangingPunct="1">
                  <a:spcBef>
                    <a:spcPct val="50000"/>
                  </a:spcBef>
                </a:pPr>
                <a:r>
                  <a:rPr lang="en-US" altLang="en-US" b="1" dirty="0"/>
                  <a:t>Solutions with </a:t>
                </a:r>
                <a:r>
                  <a:rPr lang="en-US" altLang="en-US" b="1" i="1" dirty="0" err="1"/>
                  <a:t>e</a:t>
                </a:r>
                <a:r>
                  <a:rPr lang="en-US" altLang="en-US" b="1" i="1" baseline="-25000" dirty="0" err="1"/>
                  <a:t>i</a:t>
                </a:r>
                <a:r>
                  <a:rPr lang="en-US" altLang="en-US" b="1" dirty="0"/>
                  <a:t> </a:t>
                </a:r>
                <a:r>
                  <a:rPr lang="en-US" altLang="en-US" b="1" u="sng" dirty="0"/>
                  <a:t>=2</a:t>
                </a:r>
                <a:r>
                  <a:rPr lang="en-US" altLang="en-US" b="1" dirty="0"/>
                  <a:t>:</a:t>
                </a:r>
                <a:r>
                  <a:rPr lang="en-US" altLang="en-US" dirty="0"/>
                  <a:t> </a:t>
                </a:r>
              </a:p>
              <a:p>
                <a:pPr eaLnBrk="1" hangingPunct="1">
                  <a:spcBef>
                    <a:spcPct val="50000"/>
                  </a:spcBef>
                </a:pPr>
                <a:r>
                  <a:rPr lang="en-US" altLang="en-US" dirty="0"/>
                  <a:t>	Put 2 objects in one box, 0 in the others: 3 ways</a:t>
                </a:r>
              </a:p>
              <a:p>
                <a:pPr algn="ctr" eaLnBrk="1" hangingPunct="1">
                  <a:spcBef>
                    <a:spcPct val="50000"/>
                  </a:spcBef>
                </a:pPr>
                <a:r>
                  <a:rPr lang="en-US" altLang="en-US" dirty="0"/>
                  <a:t>	 3</a:t>
                </a:r>
                <a14:m>
                  <m:oMath xmlns:m="http://schemas.openxmlformats.org/officeDocument/2006/math">
                    <m:r>
                      <a:rPr lang="en-US" altLang="en-US" i="1" smtClean="0">
                        <a:latin typeface="Cambria Math" panose="02040503050406030204" pitchFamily="18" charset="0"/>
                        <a:ea typeface="Cambria Math" panose="02040503050406030204" pitchFamily="18" charset="0"/>
                      </a:rPr>
                      <m:t>×</m:t>
                    </m:r>
                  </m:oMath>
                </a14:m>
                <a:r>
                  <a:rPr lang="en-US" altLang="en-US" b="1" i="1" dirty="0"/>
                  <a:t>C</a:t>
                </a:r>
                <a:r>
                  <a:rPr lang="en-US" altLang="en-US" b="1" dirty="0"/>
                  <a:t>(2-2 +(3-1), 3-1) = 3</a:t>
                </a:r>
                <a:r>
                  <a:rPr lang="en-US" altLang="en-US" dirty="0"/>
                  <a:t>  ways.</a:t>
                </a:r>
              </a:p>
              <a:p>
                <a:pPr eaLnBrk="1" hangingPunct="1">
                  <a:spcBef>
                    <a:spcPct val="50000"/>
                  </a:spcBef>
                </a:pPr>
                <a:r>
                  <a:rPr lang="en-US" altLang="en-US" dirty="0"/>
                  <a:t>Then have a total of </a:t>
                </a:r>
                <a:r>
                  <a:rPr lang="en-US" altLang="en-US" b="1" i="1" dirty="0"/>
                  <a:t>C</a:t>
                </a:r>
                <a:r>
                  <a:rPr lang="en-US" altLang="en-US" b="1" dirty="0"/>
                  <a:t>(2+3-1, 2) - </a:t>
                </a:r>
                <a:r>
                  <a:rPr lang="en-US" altLang="en-US" dirty="0"/>
                  <a:t> 3</a:t>
                </a:r>
                <a14:m>
                  <m:oMath xmlns:m="http://schemas.openxmlformats.org/officeDocument/2006/math">
                    <m:r>
                      <a:rPr lang="en-US" altLang="en-US" i="1" smtClean="0">
                        <a:latin typeface="Cambria Math" panose="02040503050406030204" pitchFamily="18" charset="0"/>
                        <a:ea typeface="Cambria Math" panose="02040503050406030204" pitchFamily="18" charset="0"/>
                      </a:rPr>
                      <m:t>×</m:t>
                    </m:r>
                  </m:oMath>
                </a14:m>
                <a:r>
                  <a:rPr lang="en-US" altLang="en-US" b="1" i="1" dirty="0"/>
                  <a:t>C</a:t>
                </a:r>
                <a:r>
                  <a:rPr lang="en-US" altLang="en-US" b="1" dirty="0"/>
                  <a:t>(2-2 +(3-1), 3-1) = 3 ways</a:t>
                </a:r>
                <a:endParaRPr lang="en-US" altLang="en-US" dirty="0"/>
              </a:p>
            </p:txBody>
          </p:sp>
        </mc:Choice>
        <mc:Fallback xmlns="">
          <p:sp>
            <p:nvSpPr>
              <p:cNvPr id="25605" name="Text Box 3">
                <a:extLst>
                  <a:ext uri="{FF2B5EF4-FFF2-40B4-BE49-F238E27FC236}">
                    <a16:creationId xmlns:a16="http://schemas.microsoft.com/office/drawing/2014/main" id="{A2088E7A-F3C0-E04A-8022-C256FC330A92}"/>
                  </a:ext>
                </a:extLst>
              </p:cNvPr>
              <p:cNvSpPr txBox="1">
                <a:spLocks noRot="1" noChangeAspect="1" noMove="1" noResize="1" noEditPoints="1" noAdjustHandles="1" noChangeArrowheads="1" noChangeShapeType="1" noTextEdit="1"/>
              </p:cNvSpPr>
              <p:nvPr/>
            </p:nvSpPr>
            <p:spPr bwMode="auto">
              <a:xfrm>
                <a:off x="1870075" y="1920875"/>
                <a:ext cx="8623300" cy="4154984"/>
              </a:xfrm>
              <a:prstGeom prst="rect">
                <a:avLst/>
              </a:prstGeom>
              <a:blipFill>
                <a:blip r:embed="rId2"/>
                <a:stretch>
                  <a:fillRect l="-1029" t="-915" b="-2439"/>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sp>
        <p:nvSpPr>
          <p:cNvPr id="25606" name="Rectangle 4">
            <a:extLst>
              <a:ext uri="{FF2B5EF4-FFF2-40B4-BE49-F238E27FC236}">
                <a16:creationId xmlns:a16="http://schemas.microsoft.com/office/drawing/2014/main" id="{17D12D6E-D43B-734E-B35D-9D62BCA21970}"/>
              </a:ext>
            </a:extLst>
          </p:cNvPr>
          <p:cNvSpPr>
            <a:spLocks noChangeArrowheads="1"/>
          </p:cNvSpPr>
          <p:nvPr/>
        </p:nvSpPr>
        <p:spPr bwMode="auto">
          <a:xfrm>
            <a:off x="2286000" y="1143001"/>
            <a:ext cx="8382000"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sz="24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sz="24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sz="24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eaLnBrk="1" hangingPunct="1"/>
            <a:r>
              <a:rPr lang="en-US" altLang="en-US" b="1"/>
              <a:t>How many integer solutions are there to the equation              </a:t>
            </a:r>
          </a:p>
          <a:p>
            <a:pPr eaLnBrk="1" hangingPunct="1"/>
            <a:r>
              <a:rPr lang="en-US" altLang="en-US" b="1"/>
              <a:t>e</a:t>
            </a:r>
            <a:r>
              <a:rPr lang="en-US" altLang="en-US" b="1" baseline="-25000"/>
              <a:t>1</a:t>
            </a:r>
            <a:r>
              <a:rPr lang="en-US" altLang="en-US" b="1"/>
              <a:t> + e</a:t>
            </a:r>
            <a:r>
              <a:rPr lang="en-US" altLang="en-US" b="1" baseline="-25000"/>
              <a:t>2</a:t>
            </a:r>
            <a:r>
              <a:rPr lang="en-US" altLang="en-US" b="1"/>
              <a:t> + e</a:t>
            </a:r>
            <a:r>
              <a:rPr lang="en-US" altLang="en-US" b="1" baseline="-25000"/>
              <a:t>3</a:t>
            </a:r>
            <a:r>
              <a:rPr lang="en-US" altLang="en-US" b="1"/>
              <a:t>  = 2, with 0≤e</a:t>
            </a:r>
            <a:r>
              <a:rPr lang="en-US" altLang="en-US" b="1" baseline="-25000"/>
              <a:t>i </a:t>
            </a:r>
            <a:r>
              <a:rPr lang="en-US" altLang="en-US" b="1"/>
              <a:t>≤ 1?</a:t>
            </a:r>
          </a:p>
        </p:txBody>
      </p:sp>
      <p:grpSp>
        <p:nvGrpSpPr>
          <p:cNvPr id="25607" name="Group 27">
            <a:extLst>
              <a:ext uri="{FF2B5EF4-FFF2-40B4-BE49-F238E27FC236}">
                <a16:creationId xmlns:a16="http://schemas.microsoft.com/office/drawing/2014/main" id="{FEB9DAFB-2ACD-D54E-B06C-FE831A4D7B4B}"/>
              </a:ext>
            </a:extLst>
          </p:cNvPr>
          <p:cNvGrpSpPr>
            <a:grpSpLocks/>
          </p:cNvGrpSpPr>
          <p:nvPr/>
        </p:nvGrpSpPr>
        <p:grpSpPr bwMode="auto">
          <a:xfrm>
            <a:off x="3167064" y="2203451"/>
            <a:ext cx="4803775" cy="987425"/>
            <a:chOff x="382588" y="4148436"/>
            <a:chExt cx="4803859" cy="987127"/>
          </a:xfrm>
        </p:grpSpPr>
        <p:sp>
          <p:nvSpPr>
            <p:cNvPr id="25608" name="Text Box 6">
              <a:extLst>
                <a:ext uri="{FF2B5EF4-FFF2-40B4-BE49-F238E27FC236}">
                  <a16:creationId xmlns:a16="http://schemas.microsoft.com/office/drawing/2014/main" id="{68C16153-7171-5748-A69D-F932427B1D71}"/>
                </a:ext>
              </a:extLst>
            </p:cNvPr>
            <p:cNvSpPr txBox="1">
              <a:spLocks noChangeArrowheads="1"/>
            </p:cNvSpPr>
            <p:nvPr/>
          </p:nvSpPr>
          <p:spPr bwMode="auto">
            <a:xfrm>
              <a:off x="2014538" y="4738688"/>
              <a:ext cx="3171909"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sz="24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sz="24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sz="24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eaLnBrk="1" hangingPunct="1">
                <a:spcBef>
                  <a:spcPct val="50000"/>
                </a:spcBef>
              </a:pPr>
              <a:r>
                <a:rPr lang="en-US" altLang="en-US" sz="2000" b="1">
                  <a:solidFill>
                    <a:srgbClr val="C61806"/>
                  </a:solidFill>
                </a:rPr>
                <a:t>Box 1      </a:t>
              </a:r>
              <a:r>
                <a:rPr lang="en-US" altLang="en-US" sz="2000" b="1">
                  <a:solidFill>
                    <a:srgbClr val="2504C8"/>
                  </a:solidFill>
                </a:rPr>
                <a:t>Box 2          </a:t>
              </a:r>
              <a:r>
                <a:rPr lang="en-US" altLang="en-US" sz="2000" b="1">
                  <a:solidFill>
                    <a:srgbClr val="0EBE1F"/>
                  </a:solidFill>
                </a:rPr>
                <a:t>Box 3            </a:t>
              </a:r>
              <a:endParaRPr lang="en-US" altLang="en-US" sz="2000" b="1">
                <a:solidFill>
                  <a:srgbClr val="C61806"/>
                </a:solidFill>
              </a:endParaRPr>
            </a:p>
          </p:txBody>
        </p:sp>
        <p:grpSp>
          <p:nvGrpSpPr>
            <p:cNvPr id="25609" name="Group 7">
              <a:extLst>
                <a:ext uri="{FF2B5EF4-FFF2-40B4-BE49-F238E27FC236}">
                  <a16:creationId xmlns:a16="http://schemas.microsoft.com/office/drawing/2014/main" id="{EDA351F9-7B06-6D4C-877B-57494877211E}"/>
                </a:ext>
              </a:extLst>
            </p:cNvPr>
            <p:cNvGrpSpPr>
              <a:grpSpLocks/>
            </p:cNvGrpSpPr>
            <p:nvPr/>
          </p:nvGrpSpPr>
          <p:grpSpPr bwMode="auto">
            <a:xfrm>
              <a:off x="2452707" y="4359275"/>
              <a:ext cx="2162763" cy="298450"/>
              <a:chOff x="1152" y="3552"/>
              <a:chExt cx="2736" cy="288"/>
            </a:xfrm>
          </p:grpSpPr>
          <p:sp>
            <p:nvSpPr>
              <p:cNvPr id="25614" name="AutoShape 11">
                <a:extLst>
                  <a:ext uri="{FF2B5EF4-FFF2-40B4-BE49-F238E27FC236}">
                    <a16:creationId xmlns:a16="http://schemas.microsoft.com/office/drawing/2014/main" id="{B8CF5635-8898-DB4D-B083-AD2F4D9642AA}"/>
                  </a:ext>
                </a:extLst>
              </p:cNvPr>
              <p:cNvSpPr>
                <a:spLocks noChangeArrowheads="1"/>
              </p:cNvSpPr>
              <p:nvPr/>
            </p:nvSpPr>
            <p:spPr bwMode="auto">
              <a:xfrm>
                <a:off x="3600" y="3552"/>
                <a:ext cx="288" cy="288"/>
              </a:xfrm>
              <a:prstGeom prst="triangle">
                <a:avLst>
                  <a:gd name="adj" fmla="val 50000"/>
                </a:avLst>
              </a:prstGeom>
              <a:solidFill>
                <a:schemeClr val="accent1"/>
              </a:solidFill>
              <a:ln w="9525">
                <a:solidFill>
                  <a:schemeClr val="tx1"/>
                </a:solidFill>
                <a:miter lim="800000"/>
                <a:headEnd/>
                <a:tailEnd/>
              </a:ln>
            </p:spPr>
            <p:txBody>
              <a:bodyPr wrap="none" anchor="ctr"/>
              <a:lstStyle>
                <a:lvl1pPr eaLnBrk="0" hangingPunct="0">
                  <a:defRPr sz="24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sz="24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sz="24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sz="24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eaLnBrk="1" hangingPunct="1"/>
                <a:endParaRPr lang="en-US" altLang="en-US"/>
              </a:p>
            </p:txBody>
          </p:sp>
          <p:sp>
            <p:nvSpPr>
              <p:cNvPr id="25615" name="AutoShape 14">
                <a:extLst>
                  <a:ext uri="{FF2B5EF4-FFF2-40B4-BE49-F238E27FC236}">
                    <a16:creationId xmlns:a16="http://schemas.microsoft.com/office/drawing/2014/main" id="{456A3429-ED01-D843-A694-2654462D52BE}"/>
                  </a:ext>
                </a:extLst>
              </p:cNvPr>
              <p:cNvSpPr>
                <a:spLocks noChangeArrowheads="1"/>
              </p:cNvSpPr>
              <p:nvPr/>
            </p:nvSpPr>
            <p:spPr bwMode="auto">
              <a:xfrm>
                <a:off x="1152" y="3552"/>
                <a:ext cx="288" cy="288"/>
              </a:xfrm>
              <a:prstGeom prst="triangle">
                <a:avLst>
                  <a:gd name="adj" fmla="val 50000"/>
                </a:avLst>
              </a:prstGeom>
              <a:solidFill>
                <a:schemeClr val="accent1"/>
              </a:solidFill>
              <a:ln w="9525">
                <a:solidFill>
                  <a:schemeClr val="tx1"/>
                </a:solidFill>
                <a:miter lim="800000"/>
                <a:headEnd/>
                <a:tailEnd/>
              </a:ln>
            </p:spPr>
            <p:txBody>
              <a:bodyPr wrap="none" anchor="ctr"/>
              <a:lstStyle>
                <a:lvl1pPr eaLnBrk="0" hangingPunct="0">
                  <a:defRPr sz="24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sz="24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sz="24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sz="24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eaLnBrk="1" hangingPunct="1"/>
                <a:endParaRPr lang="en-US" altLang="en-US"/>
              </a:p>
            </p:txBody>
          </p:sp>
        </p:grpSp>
        <p:sp>
          <p:nvSpPr>
            <p:cNvPr id="25610" name="AutoShape 15">
              <a:extLst>
                <a:ext uri="{FF2B5EF4-FFF2-40B4-BE49-F238E27FC236}">
                  <a16:creationId xmlns:a16="http://schemas.microsoft.com/office/drawing/2014/main" id="{AD080878-E0F4-0A4E-A7E2-1191814B169A}"/>
                </a:ext>
              </a:extLst>
            </p:cNvPr>
            <p:cNvSpPr>
              <a:spLocks/>
            </p:cNvSpPr>
            <p:nvPr/>
          </p:nvSpPr>
          <p:spPr bwMode="auto">
            <a:xfrm>
              <a:off x="1882775" y="4376738"/>
              <a:ext cx="150813" cy="349250"/>
            </a:xfrm>
            <a:prstGeom prst="leftBrace">
              <a:avLst>
                <a:gd name="adj1" fmla="val 19298"/>
                <a:gd name="adj2" fmla="val 50000"/>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sz="24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sz="24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sz="24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eaLnBrk="1" hangingPunct="1"/>
              <a:endParaRPr lang="en-US" altLang="en-US"/>
            </a:p>
          </p:txBody>
        </p:sp>
        <p:sp>
          <p:nvSpPr>
            <p:cNvPr id="25611" name="Rectangle 16">
              <a:extLst>
                <a:ext uri="{FF2B5EF4-FFF2-40B4-BE49-F238E27FC236}">
                  <a16:creationId xmlns:a16="http://schemas.microsoft.com/office/drawing/2014/main" id="{BE2A82DA-745A-5147-9F50-04CA5C17B6F3}"/>
                </a:ext>
              </a:extLst>
            </p:cNvPr>
            <p:cNvSpPr>
              <a:spLocks noChangeArrowheads="1"/>
            </p:cNvSpPr>
            <p:nvPr/>
          </p:nvSpPr>
          <p:spPr bwMode="auto">
            <a:xfrm>
              <a:off x="382588" y="4268788"/>
              <a:ext cx="1466850"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sz="24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sz="24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sz="24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eaLnBrk="1" hangingPunct="1"/>
              <a:r>
                <a:rPr lang="en-US" altLang="en-US" sz="2000" b="1"/>
                <a:t>2</a:t>
              </a:r>
              <a:r>
                <a:rPr lang="en-US" altLang="en-US" sz="2000" b="1" i="1"/>
                <a:t> </a:t>
              </a:r>
              <a:r>
                <a:rPr lang="en-US" altLang="en-US" sz="2000" b="1"/>
                <a:t>identical objects</a:t>
              </a:r>
            </a:p>
          </p:txBody>
        </p:sp>
        <p:sp>
          <p:nvSpPr>
            <p:cNvPr id="25612" name="Line 30">
              <a:extLst>
                <a:ext uri="{FF2B5EF4-FFF2-40B4-BE49-F238E27FC236}">
                  <a16:creationId xmlns:a16="http://schemas.microsoft.com/office/drawing/2014/main" id="{C3FDE5F1-EE82-5D43-AC7F-F2E44BDDE80C}"/>
                </a:ext>
              </a:extLst>
            </p:cNvPr>
            <p:cNvSpPr>
              <a:spLocks noChangeShapeType="1"/>
            </p:cNvSpPr>
            <p:nvPr/>
          </p:nvSpPr>
          <p:spPr bwMode="auto">
            <a:xfrm>
              <a:off x="3011261" y="4148436"/>
              <a:ext cx="0" cy="7762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613" name="Line 33">
              <a:extLst>
                <a:ext uri="{FF2B5EF4-FFF2-40B4-BE49-F238E27FC236}">
                  <a16:creationId xmlns:a16="http://schemas.microsoft.com/office/drawing/2014/main" id="{4C4B0D66-2C5A-5B4C-812E-7BB136FE1C3A}"/>
                </a:ext>
              </a:extLst>
            </p:cNvPr>
            <p:cNvSpPr>
              <a:spLocks noChangeShapeType="1"/>
            </p:cNvSpPr>
            <p:nvPr/>
          </p:nvSpPr>
          <p:spPr bwMode="auto">
            <a:xfrm>
              <a:off x="3801829" y="4162472"/>
              <a:ext cx="0" cy="7762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spTree>
    <p:extLst>
      <p:ext uri="{BB962C8B-B14F-4D97-AF65-F5344CB8AC3E}">
        <p14:creationId xmlns:p14="http://schemas.microsoft.com/office/powerpoint/2010/main" val="2751429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7" name="Rectangle 2">
            <a:extLst>
              <a:ext uri="{FF2B5EF4-FFF2-40B4-BE49-F238E27FC236}">
                <a16:creationId xmlns:a16="http://schemas.microsoft.com/office/drawing/2014/main" id="{39D01AA2-DE5C-9649-B2CB-05589808DF1B}"/>
              </a:ext>
            </a:extLst>
          </p:cNvPr>
          <p:cNvSpPr>
            <a:spLocks noGrp="1" noChangeArrowheads="1"/>
          </p:cNvSpPr>
          <p:nvPr>
            <p:ph type="title"/>
          </p:nvPr>
        </p:nvSpPr>
        <p:spPr>
          <a:xfrm>
            <a:off x="2133601" y="304800"/>
            <a:ext cx="8162925" cy="762000"/>
          </a:xfrm>
        </p:spPr>
        <p:txBody>
          <a:bodyPr/>
          <a:lstStyle/>
          <a:p>
            <a:pPr eaLnBrk="1" hangingPunct="1"/>
            <a:r>
              <a:rPr lang="en-US" altLang="en-US">
                <a:ea typeface="ＭＳ Ｐゴシック" panose="020B0600070205080204" pitchFamily="34" charset="-128"/>
              </a:rPr>
              <a:t>Example 2</a:t>
            </a:r>
          </a:p>
        </p:txBody>
      </p:sp>
      <p:sp>
        <p:nvSpPr>
          <p:cNvPr id="26628" name="Rectangle 3">
            <a:extLst>
              <a:ext uri="{FF2B5EF4-FFF2-40B4-BE49-F238E27FC236}">
                <a16:creationId xmlns:a16="http://schemas.microsoft.com/office/drawing/2014/main" id="{86518534-C4E9-5B4D-999E-8843598502E2}"/>
              </a:ext>
            </a:extLst>
          </p:cNvPr>
          <p:cNvSpPr>
            <a:spLocks noGrp="1" noChangeArrowheads="1"/>
          </p:cNvSpPr>
          <p:nvPr>
            <p:ph type="body" idx="1"/>
          </p:nvPr>
        </p:nvSpPr>
        <p:spPr>
          <a:xfrm>
            <a:off x="1905000" y="1676400"/>
            <a:ext cx="8642350" cy="4953000"/>
          </a:xfrm>
        </p:spPr>
        <p:txBody>
          <a:bodyPr/>
          <a:lstStyle/>
          <a:p>
            <a:pPr eaLnBrk="1" hangingPunct="1"/>
            <a:r>
              <a:rPr lang="en-US" altLang="en-US">
                <a:ea typeface="ＭＳ Ｐゴシック" panose="020B0600070205080204" pitchFamily="34" charset="-128"/>
              </a:rPr>
              <a:t>Find the generating function for </a:t>
            </a:r>
            <a:r>
              <a:rPr lang="en-US" altLang="en-US" i="1">
                <a:ea typeface="ＭＳ Ｐゴシック" panose="020B0600070205080204" pitchFamily="34" charset="-128"/>
              </a:rPr>
              <a:t>a</a:t>
            </a:r>
            <a:r>
              <a:rPr lang="en-US" altLang="en-US" i="1" baseline="-25000">
                <a:ea typeface="ＭＳ Ｐゴシック" panose="020B0600070205080204" pitchFamily="34" charset="-128"/>
              </a:rPr>
              <a:t>r</a:t>
            </a:r>
            <a:r>
              <a:rPr lang="en-US" altLang="en-US" baseline="-25000">
                <a:ea typeface="ＭＳ Ｐゴシック" panose="020B0600070205080204" pitchFamily="34" charset="-128"/>
              </a:rPr>
              <a:t>,</a:t>
            </a:r>
            <a:r>
              <a:rPr lang="en-US" altLang="en-US">
                <a:ea typeface="ＭＳ Ｐゴシック" panose="020B0600070205080204" pitchFamily="34" charset="-128"/>
              </a:rPr>
              <a:t> the number of way to select </a:t>
            </a:r>
            <a:r>
              <a:rPr lang="en-US" altLang="en-US" i="1">
                <a:ea typeface="ＭＳ Ｐゴシック" panose="020B0600070205080204" pitchFamily="34" charset="-128"/>
              </a:rPr>
              <a:t>r</a:t>
            </a:r>
            <a:r>
              <a:rPr lang="en-US" altLang="en-US">
                <a:ea typeface="ＭＳ Ｐゴシック" panose="020B0600070205080204" pitchFamily="34" charset="-128"/>
              </a:rPr>
              <a:t> balls from a pile of three green, three white, three blue, and three gold balls. </a:t>
            </a:r>
          </a:p>
          <a:p>
            <a:pPr eaLnBrk="1" hangingPunct="1"/>
            <a:r>
              <a:rPr lang="en-US" altLang="en-US">
                <a:ea typeface="ＭＳ Ｐゴシック" panose="020B0600070205080204" pitchFamily="34" charset="-128"/>
              </a:rPr>
              <a:t>This is modeled as the number of integer solutions to </a:t>
            </a:r>
          </a:p>
          <a:p>
            <a:pPr eaLnBrk="1" hangingPunct="1"/>
            <a:endParaRPr lang="en-US" altLang="en-US">
              <a:ea typeface="ＭＳ Ｐゴシック" panose="020B0600070205080204" pitchFamily="34" charset="-128"/>
            </a:endParaRPr>
          </a:p>
          <a:p>
            <a:pPr eaLnBrk="1" hangingPunct="1"/>
            <a:endParaRPr lang="en-US" altLang="en-US" baseline="-25000">
              <a:ea typeface="ＭＳ Ｐゴシック" panose="020B0600070205080204" pitchFamily="34" charset="-128"/>
            </a:endParaRPr>
          </a:p>
        </p:txBody>
      </p:sp>
      <p:graphicFrame>
        <p:nvGraphicFramePr>
          <p:cNvPr id="26629" name="Object 2">
            <a:extLst>
              <a:ext uri="{FF2B5EF4-FFF2-40B4-BE49-F238E27FC236}">
                <a16:creationId xmlns:a16="http://schemas.microsoft.com/office/drawing/2014/main" id="{BD480053-5174-074C-8F9D-173A8825D43D}"/>
              </a:ext>
            </a:extLst>
          </p:cNvPr>
          <p:cNvGraphicFramePr>
            <a:graphicFrameLocks noChangeAspect="1"/>
          </p:cNvGraphicFramePr>
          <p:nvPr>
            <p:extLst/>
          </p:nvPr>
        </p:nvGraphicFramePr>
        <p:xfrm>
          <a:off x="2760663" y="4152900"/>
          <a:ext cx="3454400" cy="587375"/>
        </p:xfrm>
        <a:graphic>
          <a:graphicData uri="http://schemas.openxmlformats.org/presentationml/2006/ole">
            <mc:AlternateContent xmlns:mc="http://schemas.openxmlformats.org/markup-compatibility/2006">
              <mc:Choice xmlns:v="urn:schemas-microsoft-com:vml" Requires="v">
                <p:oleObj spid="_x0000_s4098" name="Equation" r:id="rId3" imgW="51498500" imgH="8775700" progId="Equation.DSMT4">
                  <p:embed/>
                </p:oleObj>
              </mc:Choice>
              <mc:Fallback>
                <p:oleObj name="Equation" r:id="rId3" imgW="51498500" imgH="8775700" progId="Equation.DSMT4">
                  <p:embed/>
                  <p:pic>
                    <p:nvPicPr>
                      <p:cNvPr id="26629" name="Object 2">
                        <a:extLst>
                          <a:ext uri="{FF2B5EF4-FFF2-40B4-BE49-F238E27FC236}">
                            <a16:creationId xmlns:a16="http://schemas.microsoft.com/office/drawing/2014/main" id="{BD480053-5174-074C-8F9D-173A8825D43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60663" y="4152900"/>
                        <a:ext cx="3454400" cy="587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graphicFrame>
        <p:nvGraphicFramePr>
          <p:cNvPr id="26630" name="Object 3">
            <a:extLst>
              <a:ext uri="{FF2B5EF4-FFF2-40B4-BE49-F238E27FC236}">
                <a16:creationId xmlns:a16="http://schemas.microsoft.com/office/drawing/2014/main" id="{8FE60EE9-96F3-154A-A901-888B2972AC5A}"/>
              </a:ext>
            </a:extLst>
          </p:cNvPr>
          <p:cNvGraphicFramePr>
            <a:graphicFrameLocks noChangeAspect="1"/>
          </p:cNvGraphicFramePr>
          <p:nvPr>
            <p:extLst/>
          </p:nvPr>
        </p:nvGraphicFramePr>
        <p:xfrm>
          <a:off x="7070726" y="4204493"/>
          <a:ext cx="1435100" cy="484188"/>
        </p:xfrm>
        <a:graphic>
          <a:graphicData uri="http://schemas.openxmlformats.org/presentationml/2006/ole">
            <mc:AlternateContent xmlns:mc="http://schemas.openxmlformats.org/markup-compatibility/2006">
              <mc:Choice xmlns:v="urn:schemas-microsoft-com:vml" Requires="v">
                <p:oleObj spid="_x0000_s4099" name="Equation" r:id="rId5" imgW="26035000" imgH="8775700" progId="Equation.3">
                  <p:embed/>
                </p:oleObj>
              </mc:Choice>
              <mc:Fallback>
                <p:oleObj name="Equation" r:id="rId5" imgW="26035000" imgH="8775700" progId="Equation.3">
                  <p:embed/>
                  <p:pic>
                    <p:nvPicPr>
                      <p:cNvPr id="26630" name="Object 3">
                        <a:extLst>
                          <a:ext uri="{FF2B5EF4-FFF2-40B4-BE49-F238E27FC236}">
                            <a16:creationId xmlns:a16="http://schemas.microsoft.com/office/drawing/2014/main" id="{8FE60EE9-96F3-154A-A901-888B2972AC5A}"/>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070726" y="4204493"/>
                        <a:ext cx="1435100" cy="4841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spTree>
    <p:extLst>
      <p:ext uri="{BB962C8B-B14F-4D97-AF65-F5344CB8AC3E}">
        <p14:creationId xmlns:p14="http://schemas.microsoft.com/office/powerpoint/2010/main" val="155482193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1" name="Rectangle 2">
            <a:extLst>
              <a:ext uri="{FF2B5EF4-FFF2-40B4-BE49-F238E27FC236}">
                <a16:creationId xmlns:a16="http://schemas.microsoft.com/office/drawing/2014/main" id="{854D16D3-0DDD-344F-B248-A798B086D582}"/>
              </a:ext>
            </a:extLst>
          </p:cNvPr>
          <p:cNvSpPr>
            <a:spLocks noGrp="1" noChangeArrowheads="1"/>
          </p:cNvSpPr>
          <p:nvPr>
            <p:ph type="title"/>
          </p:nvPr>
        </p:nvSpPr>
        <p:spPr>
          <a:xfrm>
            <a:off x="2057401" y="228600"/>
            <a:ext cx="8162925" cy="762000"/>
          </a:xfrm>
        </p:spPr>
        <p:txBody>
          <a:bodyPr/>
          <a:lstStyle/>
          <a:p>
            <a:pPr eaLnBrk="1" hangingPunct="1"/>
            <a:r>
              <a:rPr lang="en-US" altLang="en-US">
                <a:ea typeface="ＭＳ Ｐゴシック" panose="020B0600070205080204" pitchFamily="34" charset="-128"/>
              </a:rPr>
              <a:t>Example 2 (cont)</a:t>
            </a:r>
          </a:p>
        </p:txBody>
      </p:sp>
      <mc:AlternateContent xmlns:mc="http://schemas.openxmlformats.org/markup-compatibility/2006" xmlns:a14="http://schemas.microsoft.com/office/drawing/2010/main">
        <mc:Choice Requires="a14">
          <p:sp>
            <p:nvSpPr>
              <p:cNvPr id="27652" name="Rectangle 3">
                <a:extLst>
                  <a:ext uri="{FF2B5EF4-FFF2-40B4-BE49-F238E27FC236}">
                    <a16:creationId xmlns:a16="http://schemas.microsoft.com/office/drawing/2014/main" id="{9E5B07B9-EE0E-EC44-9242-3AF7B96C9281}"/>
                  </a:ext>
                </a:extLst>
              </p:cNvPr>
              <p:cNvSpPr>
                <a:spLocks noGrp="1" noChangeArrowheads="1"/>
              </p:cNvSpPr>
              <p:nvPr>
                <p:ph type="body" idx="1"/>
              </p:nvPr>
            </p:nvSpPr>
            <p:spPr>
              <a:xfrm>
                <a:off x="1248346" y="1143001"/>
                <a:ext cx="9023350" cy="5410200"/>
              </a:xfrm>
            </p:spPr>
            <p:txBody>
              <a:bodyPr/>
              <a:lstStyle/>
              <a:p>
                <a:pPr eaLnBrk="1" hangingPunct="1">
                  <a:buFont typeface="Wingdings" pitchFamily="2" charset="2"/>
                  <a:buNone/>
                </a:pPr>
                <a:endParaRPr lang="en-US" altLang="en-US" dirty="0">
                  <a:ea typeface="ＭＳ Ｐゴシック" panose="020B0600070205080204" pitchFamily="34" charset="-128"/>
                </a:endParaRPr>
              </a:p>
              <a:p>
                <a:pPr eaLnBrk="1" hangingPunct="1"/>
                <a:r>
                  <a:rPr lang="en-US" altLang="en-US" sz="2000" dirty="0">
                    <a:ea typeface="ＭＳ Ｐゴシック" panose="020B0600070205080204" pitchFamily="34" charset="-128"/>
                  </a:rPr>
                  <a:t>Here </a:t>
                </a:r>
                <a14:m>
                  <m:oMath xmlns:m="http://schemas.openxmlformats.org/officeDocument/2006/math">
                    <m:sSub>
                      <m:sSubPr>
                        <m:ctrlPr>
                          <a:rPr lang="en-US" altLang="en-US" sz="2000" i="1" smtClean="0">
                            <a:latin typeface="Cambria Math" panose="02040503050406030204" pitchFamily="18" charset="0"/>
                            <a:ea typeface="ＭＳ Ｐゴシック" panose="020B0600070205080204" pitchFamily="34" charset="-128"/>
                          </a:rPr>
                        </m:ctrlPr>
                      </m:sSubPr>
                      <m:e>
                        <m:r>
                          <a:rPr lang="en-US" altLang="en-US" sz="2000" b="0" i="1" smtClean="0">
                            <a:latin typeface="Cambria Math" panose="02040503050406030204" pitchFamily="18" charset="0"/>
                            <a:ea typeface="ＭＳ Ｐゴシック" panose="020B0600070205080204" pitchFamily="34" charset="-128"/>
                          </a:rPr>
                          <m:t>𝑒</m:t>
                        </m:r>
                      </m:e>
                      <m:sub>
                        <m:r>
                          <a:rPr lang="en-US" altLang="en-US" sz="2000" b="0" i="1" smtClean="0">
                            <a:latin typeface="Cambria Math" panose="02040503050406030204" pitchFamily="18" charset="0"/>
                            <a:ea typeface="ＭＳ Ｐゴシック" panose="020B0600070205080204" pitchFamily="34" charset="-128"/>
                          </a:rPr>
                          <m:t>1</m:t>
                        </m:r>
                      </m:sub>
                    </m:sSub>
                    <m:r>
                      <a:rPr lang="en-US" altLang="en-US" sz="2000" b="0" i="1" smtClean="0">
                        <a:latin typeface="Cambria Math" panose="02040503050406030204" pitchFamily="18" charset="0"/>
                        <a:ea typeface="ＭＳ Ｐゴシック" panose="020B0600070205080204" pitchFamily="34" charset="-128"/>
                      </a:rPr>
                      <m:t> </m:t>
                    </m:r>
                  </m:oMath>
                </a14:m>
                <a:r>
                  <a:rPr lang="en-US" altLang="en-US" sz="2000" dirty="0">
                    <a:ea typeface="ＭＳ Ｐゴシック" panose="020B0600070205080204" pitchFamily="34" charset="-128"/>
                  </a:rPr>
                  <a:t>represents the number of green balls chosen, </a:t>
                </a:r>
                <a14:m>
                  <m:oMath xmlns:m="http://schemas.openxmlformats.org/officeDocument/2006/math">
                    <m:sSub>
                      <m:sSubPr>
                        <m:ctrlPr>
                          <a:rPr lang="en-US" altLang="en-US" sz="2000" i="1" smtClean="0">
                            <a:latin typeface="Cambria Math" panose="02040503050406030204" pitchFamily="18" charset="0"/>
                            <a:ea typeface="ＭＳ Ｐゴシック" panose="020B0600070205080204" pitchFamily="34" charset="-128"/>
                          </a:rPr>
                        </m:ctrlPr>
                      </m:sSubPr>
                      <m:e>
                        <m:r>
                          <a:rPr lang="en-US" altLang="en-US" sz="2000" b="0" i="1" smtClean="0">
                            <a:latin typeface="Cambria Math" panose="02040503050406030204" pitchFamily="18" charset="0"/>
                            <a:ea typeface="ＭＳ Ｐゴシック" panose="020B0600070205080204" pitchFamily="34" charset="-128"/>
                          </a:rPr>
                          <m:t>𝑒</m:t>
                        </m:r>
                      </m:e>
                      <m:sub>
                        <m:r>
                          <a:rPr lang="en-US" altLang="en-US" sz="2000" b="0" i="1" smtClean="0">
                            <a:latin typeface="Cambria Math" panose="02040503050406030204" pitchFamily="18" charset="0"/>
                            <a:ea typeface="ＭＳ Ｐゴシック" panose="020B0600070205080204" pitchFamily="34" charset="-128"/>
                          </a:rPr>
                          <m:t>2</m:t>
                        </m:r>
                      </m:sub>
                    </m:sSub>
                  </m:oMath>
                </a14:m>
                <a:r>
                  <a:rPr lang="en-US" altLang="en-US" sz="2000" i="1" dirty="0">
                    <a:ea typeface="ＭＳ Ｐゴシック" panose="020B0600070205080204" pitchFamily="34" charset="-128"/>
                  </a:rPr>
                  <a:t> </a:t>
                </a:r>
                <a:r>
                  <a:rPr lang="en-US" altLang="en-US" sz="2000" dirty="0">
                    <a:ea typeface="ＭＳ Ｐゴシック" panose="020B0600070205080204" pitchFamily="34" charset="-128"/>
                  </a:rPr>
                  <a:t>the number of white,</a:t>
                </a:r>
                <a:r>
                  <a:rPr lang="en-US" altLang="en-US" sz="2000" i="1" dirty="0">
                    <a:ea typeface="ＭＳ Ｐゴシック" panose="020B0600070205080204" pitchFamily="34" charset="-128"/>
                  </a:rPr>
                  <a:t> </a:t>
                </a:r>
                <a14:m>
                  <m:oMath xmlns:m="http://schemas.openxmlformats.org/officeDocument/2006/math">
                    <m:sSub>
                      <m:sSubPr>
                        <m:ctrlPr>
                          <a:rPr lang="en-US" altLang="en-US" sz="2000" i="1" smtClean="0">
                            <a:latin typeface="Cambria Math" panose="02040503050406030204" pitchFamily="18" charset="0"/>
                            <a:ea typeface="ＭＳ Ｐゴシック" panose="020B0600070205080204" pitchFamily="34" charset="-128"/>
                          </a:rPr>
                        </m:ctrlPr>
                      </m:sSubPr>
                      <m:e>
                        <m:r>
                          <a:rPr lang="en-US" altLang="en-US" sz="2000" b="0" i="1" smtClean="0">
                            <a:latin typeface="Cambria Math" panose="02040503050406030204" pitchFamily="18" charset="0"/>
                            <a:ea typeface="ＭＳ Ｐゴシック" panose="020B0600070205080204" pitchFamily="34" charset="-128"/>
                          </a:rPr>
                          <m:t>𝑒</m:t>
                        </m:r>
                      </m:e>
                      <m:sub>
                        <m:r>
                          <a:rPr lang="en-US" altLang="en-US" sz="2000" b="0" i="1" smtClean="0">
                            <a:latin typeface="Cambria Math" panose="02040503050406030204" pitchFamily="18" charset="0"/>
                            <a:ea typeface="ＭＳ Ｐゴシック" panose="020B0600070205080204" pitchFamily="34" charset="-128"/>
                          </a:rPr>
                          <m:t>3</m:t>
                        </m:r>
                      </m:sub>
                    </m:sSub>
                  </m:oMath>
                </a14:m>
                <a:r>
                  <a:rPr lang="en-US" altLang="en-US" sz="2000" dirty="0">
                    <a:ea typeface="ＭＳ Ｐゴシック" panose="020B0600070205080204" pitchFamily="34" charset="-128"/>
                  </a:rPr>
                  <a:t> blue and </a:t>
                </a:r>
                <a14:m>
                  <m:oMath xmlns:m="http://schemas.openxmlformats.org/officeDocument/2006/math">
                    <m:sSub>
                      <m:sSubPr>
                        <m:ctrlPr>
                          <a:rPr lang="en-US" altLang="en-US" sz="2000" i="1" smtClean="0">
                            <a:latin typeface="Cambria Math" panose="02040503050406030204" pitchFamily="18" charset="0"/>
                            <a:ea typeface="ＭＳ Ｐゴシック" panose="020B0600070205080204" pitchFamily="34" charset="-128"/>
                          </a:rPr>
                        </m:ctrlPr>
                      </m:sSubPr>
                      <m:e>
                        <m:r>
                          <a:rPr lang="en-US" altLang="en-US" sz="2000" b="0" i="1" smtClean="0">
                            <a:latin typeface="Cambria Math" panose="02040503050406030204" pitchFamily="18" charset="0"/>
                            <a:ea typeface="ＭＳ Ｐゴシック" panose="020B0600070205080204" pitchFamily="34" charset="-128"/>
                          </a:rPr>
                          <m:t>𝑒</m:t>
                        </m:r>
                      </m:e>
                      <m:sub>
                        <m:r>
                          <a:rPr lang="en-US" altLang="en-US" sz="2000" b="0" i="1" smtClean="0">
                            <a:latin typeface="Cambria Math" panose="02040503050406030204" pitchFamily="18" charset="0"/>
                            <a:ea typeface="ＭＳ Ｐゴシック" panose="020B0600070205080204" pitchFamily="34" charset="-128"/>
                          </a:rPr>
                          <m:t>4</m:t>
                        </m:r>
                      </m:sub>
                    </m:sSub>
                  </m:oMath>
                </a14:m>
                <a:r>
                  <a:rPr lang="en-US" altLang="en-US" sz="2000" i="1" baseline="-25000" dirty="0">
                    <a:ea typeface="ＭＳ Ｐゴシック" panose="020B0600070205080204" pitchFamily="34" charset="-128"/>
                  </a:rPr>
                  <a:t>  </a:t>
                </a:r>
                <a:r>
                  <a:rPr lang="en-US" altLang="en-US" sz="2000" dirty="0">
                    <a:ea typeface="ＭＳ Ｐゴシック" panose="020B0600070205080204" pitchFamily="34" charset="-128"/>
                  </a:rPr>
                  <a:t>gold. </a:t>
                </a:r>
              </a:p>
              <a:p>
                <a:pPr eaLnBrk="1" hangingPunct="1"/>
                <a:r>
                  <a:rPr lang="en-US" altLang="en-US" sz="2000" dirty="0">
                    <a:ea typeface="ＭＳ Ｐゴシック" panose="020B0600070205080204" pitchFamily="34" charset="-128"/>
                  </a:rPr>
                  <a:t>We want to construct a product of polynomial factors that when multiplied out formally, has the form </a:t>
                </a:r>
                <a14:m>
                  <m:oMath xmlns:m="http://schemas.openxmlformats.org/officeDocument/2006/math">
                    <m:sSup>
                      <m:sSupPr>
                        <m:ctrlPr>
                          <a:rPr lang="en-US" altLang="en-US" sz="2000" i="1" smtClean="0">
                            <a:latin typeface="Cambria Math" panose="02040503050406030204" pitchFamily="18" charset="0"/>
                            <a:ea typeface="ＭＳ Ｐゴシック" panose="020B0600070205080204" pitchFamily="34" charset="-128"/>
                          </a:rPr>
                        </m:ctrlPr>
                      </m:sSupPr>
                      <m:e>
                        <m:r>
                          <a:rPr lang="en-US" altLang="en-US" sz="2000" b="0" i="1" smtClean="0">
                            <a:latin typeface="Cambria Math" panose="02040503050406030204" pitchFamily="18" charset="0"/>
                            <a:ea typeface="ＭＳ Ｐゴシック" panose="020B0600070205080204" pitchFamily="34" charset="-128"/>
                          </a:rPr>
                          <m:t>𝑥</m:t>
                        </m:r>
                      </m:e>
                      <m:sup>
                        <m:sSub>
                          <m:sSubPr>
                            <m:ctrlPr>
                              <a:rPr lang="en-US" altLang="en-US" sz="2000" i="1" smtClean="0">
                                <a:latin typeface="Cambria Math" panose="02040503050406030204" pitchFamily="18" charset="0"/>
                                <a:ea typeface="ＭＳ Ｐゴシック" panose="020B0600070205080204" pitchFamily="34" charset="-128"/>
                              </a:rPr>
                            </m:ctrlPr>
                          </m:sSubPr>
                          <m:e>
                            <m:r>
                              <a:rPr lang="en-US" altLang="en-US" sz="2000" b="0" i="1" smtClean="0">
                                <a:latin typeface="Cambria Math" panose="02040503050406030204" pitchFamily="18" charset="0"/>
                                <a:ea typeface="ＭＳ Ｐゴシック" panose="020B0600070205080204" pitchFamily="34" charset="-128"/>
                              </a:rPr>
                              <m:t>𝑒</m:t>
                            </m:r>
                          </m:e>
                          <m:sub>
                            <m:r>
                              <a:rPr lang="en-US" altLang="en-US" sz="2000" b="0" i="1" smtClean="0">
                                <a:latin typeface="Cambria Math" panose="02040503050406030204" pitchFamily="18" charset="0"/>
                                <a:ea typeface="ＭＳ Ｐゴシック" panose="020B0600070205080204" pitchFamily="34" charset="-128"/>
                              </a:rPr>
                              <m:t>1</m:t>
                            </m:r>
                          </m:sub>
                        </m:sSub>
                      </m:sup>
                    </m:sSup>
                    <m:sSup>
                      <m:sSupPr>
                        <m:ctrlPr>
                          <a:rPr lang="en-US" altLang="en-US" sz="2000" i="1" smtClean="0">
                            <a:latin typeface="Cambria Math" panose="02040503050406030204" pitchFamily="18" charset="0"/>
                            <a:ea typeface="ＭＳ Ｐゴシック" panose="020B0600070205080204" pitchFamily="34" charset="-128"/>
                          </a:rPr>
                        </m:ctrlPr>
                      </m:sSupPr>
                      <m:e>
                        <m:r>
                          <a:rPr lang="en-US" altLang="en-US" sz="2000" b="0" i="1" smtClean="0">
                            <a:latin typeface="Cambria Math" panose="02040503050406030204" pitchFamily="18" charset="0"/>
                            <a:ea typeface="ＭＳ Ｐゴシック" panose="020B0600070205080204" pitchFamily="34" charset="-128"/>
                          </a:rPr>
                          <m:t>𝑥</m:t>
                        </m:r>
                      </m:e>
                      <m:sup>
                        <m:sSub>
                          <m:sSubPr>
                            <m:ctrlPr>
                              <a:rPr lang="en-US" altLang="en-US" sz="2000" i="1" smtClean="0">
                                <a:latin typeface="Cambria Math" panose="02040503050406030204" pitchFamily="18" charset="0"/>
                                <a:ea typeface="ＭＳ Ｐゴシック" panose="020B0600070205080204" pitchFamily="34" charset="-128"/>
                              </a:rPr>
                            </m:ctrlPr>
                          </m:sSubPr>
                          <m:e>
                            <m:r>
                              <a:rPr lang="en-US" altLang="en-US" sz="2000" b="0" i="1" smtClean="0">
                                <a:latin typeface="Cambria Math" panose="02040503050406030204" pitchFamily="18" charset="0"/>
                                <a:ea typeface="ＭＳ Ｐゴシック" panose="020B0600070205080204" pitchFamily="34" charset="-128"/>
                              </a:rPr>
                              <m:t>𝑒</m:t>
                            </m:r>
                          </m:e>
                          <m:sub>
                            <m:r>
                              <a:rPr lang="en-US" altLang="en-US" sz="2000" b="0" i="1" smtClean="0">
                                <a:latin typeface="Cambria Math" panose="02040503050406030204" pitchFamily="18" charset="0"/>
                                <a:ea typeface="ＭＳ Ｐゴシック" panose="020B0600070205080204" pitchFamily="34" charset="-128"/>
                              </a:rPr>
                              <m:t>2</m:t>
                            </m:r>
                          </m:sub>
                        </m:sSub>
                      </m:sup>
                    </m:sSup>
                    <m:sSup>
                      <m:sSupPr>
                        <m:ctrlPr>
                          <a:rPr lang="en-US" altLang="en-US" sz="2000" i="1" smtClean="0">
                            <a:latin typeface="Cambria Math" panose="02040503050406030204" pitchFamily="18" charset="0"/>
                            <a:ea typeface="ＭＳ Ｐゴシック" panose="020B0600070205080204" pitchFamily="34" charset="-128"/>
                          </a:rPr>
                        </m:ctrlPr>
                      </m:sSupPr>
                      <m:e>
                        <m:r>
                          <a:rPr lang="en-US" altLang="en-US" sz="2000" b="0" i="1" smtClean="0">
                            <a:latin typeface="Cambria Math" panose="02040503050406030204" pitchFamily="18" charset="0"/>
                            <a:ea typeface="ＭＳ Ｐゴシック" panose="020B0600070205080204" pitchFamily="34" charset="-128"/>
                          </a:rPr>
                          <m:t>𝑥</m:t>
                        </m:r>
                      </m:e>
                      <m:sup>
                        <m:sSub>
                          <m:sSubPr>
                            <m:ctrlPr>
                              <a:rPr lang="en-US" altLang="en-US" sz="2000" i="1" smtClean="0">
                                <a:latin typeface="Cambria Math" panose="02040503050406030204" pitchFamily="18" charset="0"/>
                                <a:ea typeface="ＭＳ Ｐゴシック" panose="020B0600070205080204" pitchFamily="34" charset="-128"/>
                              </a:rPr>
                            </m:ctrlPr>
                          </m:sSubPr>
                          <m:e>
                            <m:r>
                              <a:rPr lang="en-US" altLang="en-US" sz="2000" b="0" i="1" smtClean="0">
                                <a:latin typeface="Cambria Math" panose="02040503050406030204" pitchFamily="18" charset="0"/>
                                <a:ea typeface="ＭＳ Ｐゴシック" panose="020B0600070205080204" pitchFamily="34" charset="-128"/>
                              </a:rPr>
                              <m:t>𝑒</m:t>
                            </m:r>
                          </m:e>
                          <m:sub>
                            <m:r>
                              <a:rPr lang="en-US" altLang="en-US" sz="2000" b="0" i="1" smtClean="0">
                                <a:latin typeface="Cambria Math" panose="02040503050406030204" pitchFamily="18" charset="0"/>
                                <a:ea typeface="ＭＳ Ｐゴシック" panose="020B0600070205080204" pitchFamily="34" charset="-128"/>
                              </a:rPr>
                              <m:t>3</m:t>
                            </m:r>
                          </m:sub>
                        </m:sSub>
                      </m:sup>
                    </m:sSup>
                    <m:sSup>
                      <m:sSupPr>
                        <m:ctrlPr>
                          <a:rPr lang="en-US" altLang="en-US" sz="2000" i="1" smtClean="0">
                            <a:latin typeface="Cambria Math" panose="02040503050406030204" pitchFamily="18" charset="0"/>
                            <a:ea typeface="ＭＳ Ｐゴシック" panose="020B0600070205080204" pitchFamily="34" charset="-128"/>
                          </a:rPr>
                        </m:ctrlPr>
                      </m:sSupPr>
                      <m:e>
                        <m:r>
                          <a:rPr lang="en-US" altLang="en-US" sz="2000" b="0" i="1" smtClean="0">
                            <a:latin typeface="Cambria Math" panose="02040503050406030204" pitchFamily="18" charset="0"/>
                            <a:ea typeface="ＭＳ Ｐゴシック" panose="020B0600070205080204" pitchFamily="34" charset="-128"/>
                          </a:rPr>
                          <m:t>𝑥</m:t>
                        </m:r>
                      </m:e>
                      <m:sup>
                        <m:sSub>
                          <m:sSubPr>
                            <m:ctrlPr>
                              <a:rPr lang="en-US" altLang="en-US" sz="2000" i="1" smtClean="0">
                                <a:latin typeface="Cambria Math" panose="02040503050406030204" pitchFamily="18" charset="0"/>
                                <a:ea typeface="ＭＳ Ｐゴシック" panose="020B0600070205080204" pitchFamily="34" charset="-128"/>
                              </a:rPr>
                            </m:ctrlPr>
                          </m:sSubPr>
                          <m:e>
                            <m:r>
                              <a:rPr lang="en-US" altLang="en-US" sz="2000" b="0" i="1" smtClean="0">
                                <a:latin typeface="Cambria Math" panose="02040503050406030204" pitchFamily="18" charset="0"/>
                                <a:ea typeface="ＭＳ Ｐゴシック" panose="020B0600070205080204" pitchFamily="34" charset="-128"/>
                              </a:rPr>
                              <m:t>𝑒</m:t>
                            </m:r>
                          </m:e>
                          <m:sub>
                            <m:r>
                              <a:rPr lang="en-US" altLang="en-US" sz="2000" b="0" i="1" smtClean="0">
                                <a:latin typeface="Cambria Math" panose="02040503050406030204" pitchFamily="18" charset="0"/>
                                <a:ea typeface="ＭＳ Ｐゴシック" panose="020B0600070205080204" pitchFamily="34" charset="-128"/>
                              </a:rPr>
                              <m:t>4</m:t>
                            </m:r>
                          </m:sub>
                        </m:sSub>
                      </m:sup>
                    </m:sSup>
                  </m:oMath>
                </a14:m>
                <a:r>
                  <a:rPr lang="en-US" altLang="en-US" sz="2000" dirty="0">
                    <a:ea typeface="ＭＳ Ｐゴシック" panose="020B0600070205080204" pitchFamily="34" charset="-128"/>
                  </a:rPr>
                  <a:t> with each exponent </a:t>
                </a:r>
                <a:r>
                  <a:rPr lang="en-US" altLang="en-US" sz="2000" i="1" dirty="0" err="1">
                    <a:ea typeface="ＭＳ Ｐゴシック" panose="020B0600070205080204" pitchFamily="34" charset="-128"/>
                  </a:rPr>
                  <a:t>e</a:t>
                </a:r>
                <a:r>
                  <a:rPr lang="en-US" altLang="en-US" sz="2000" i="1" baseline="-25000" dirty="0" err="1">
                    <a:ea typeface="ＭＳ Ｐゴシック" panose="020B0600070205080204" pitchFamily="34" charset="-128"/>
                  </a:rPr>
                  <a:t>i</a:t>
                </a:r>
                <a:r>
                  <a:rPr lang="en-US" altLang="en-US" sz="2000" i="1" baseline="-25000" dirty="0">
                    <a:ea typeface="ＭＳ Ｐゴシック" panose="020B0600070205080204" pitchFamily="34" charset="-128"/>
                  </a:rPr>
                  <a:t> </a:t>
                </a:r>
                <a:r>
                  <a:rPr lang="en-US" altLang="en-US" sz="2000" dirty="0">
                    <a:ea typeface="ＭＳ Ｐゴシック" panose="020B0600070205080204" pitchFamily="34" charset="-128"/>
                  </a:rPr>
                  <a:t>between 0 and 3, because there are 3 balls of each color.</a:t>
                </a:r>
              </a:p>
              <a:p>
                <a:pPr eaLnBrk="1" hangingPunct="1"/>
                <a:endParaRPr lang="en-US" altLang="en-US" sz="2000" dirty="0">
                  <a:ea typeface="ＭＳ Ｐゴシック" panose="020B0600070205080204" pitchFamily="34" charset="-128"/>
                </a:endParaRPr>
              </a:p>
              <a:p>
                <a:pPr eaLnBrk="1" hangingPunct="1"/>
                <a:r>
                  <a:rPr lang="en-US" altLang="en-US" sz="2000" dirty="0">
                    <a:ea typeface="ＭＳ Ｐゴシック" panose="020B0600070205080204" pitchFamily="34" charset="-128"/>
                  </a:rPr>
                  <a:t>So, we need four factors, each containing an </a:t>
                </a:r>
                <a:r>
                  <a:rPr lang="ja-JP" altLang="en-US" sz="2000">
                    <a:ea typeface="ＭＳ Ｐゴシック" panose="020B0600070205080204" pitchFamily="34" charset="-128"/>
                  </a:rPr>
                  <a:t>“</a:t>
                </a:r>
                <a:r>
                  <a:rPr lang="en-US" altLang="ja-JP" sz="2000" dirty="0">
                    <a:ea typeface="ＭＳ Ｐゴシック" panose="020B0600070205080204" pitchFamily="34" charset="-128"/>
                  </a:rPr>
                  <a:t>inventory</a:t>
                </a:r>
                <a:r>
                  <a:rPr lang="ja-JP" altLang="en-US" sz="2000">
                    <a:ea typeface="ＭＳ Ｐゴシック" panose="020B0600070205080204" pitchFamily="34" charset="-128"/>
                  </a:rPr>
                  <a:t>”</a:t>
                </a:r>
                <a:r>
                  <a:rPr lang="en-US" altLang="ja-JP" sz="2000" dirty="0">
                    <a:ea typeface="ＭＳ Ｐゴシック" panose="020B0600070205080204" pitchFamily="34" charset="-128"/>
                  </a:rPr>
                  <a:t> of the powers of x from which </a:t>
                </a:r>
                <a14:m>
                  <m:oMath xmlns:m="http://schemas.openxmlformats.org/officeDocument/2006/math">
                    <m:sSup>
                      <m:sSupPr>
                        <m:ctrlPr>
                          <a:rPr lang="en-US" altLang="ja-JP" sz="2000" i="1" smtClean="0">
                            <a:latin typeface="Cambria Math" panose="02040503050406030204" pitchFamily="18" charset="0"/>
                            <a:ea typeface="ＭＳ Ｐゴシック" panose="020B0600070205080204" pitchFamily="34" charset="-128"/>
                          </a:rPr>
                        </m:ctrlPr>
                      </m:sSupPr>
                      <m:e>
                        <m:r>
                          <a:rPr lang="en-US" altLang="ja-JP" sz="2000" b="0" i="1" smtClean="0">
                            <a:latin typeface="Cambria Math" panose="02040503050406030204" pitchFamily="18" charset="0"/>
                            <a:ea typeface="ＭＳ Ｐゴシック" panose="020B0600070205080204" pitchFamily="34" charset="-128"/>
                          </a:rPr>
                          <m:t>𝑥</m:t>
                        </m:r>
                      </m:e>
                      <m:sup>
                        <m:sSub>
                          <m:sSubPr>
                            <m:ctrlPr>
                              <a:rPr lang="en-US" altLang="ja-JP" sz="2000" i="1" smtClean="0">
                                <a:latin typeface="Cambria Math" panose="02040503050406030204" pitchFamily="18" charset="0"/>
                                <a:ea typeface="ＭＳ Ｐゴシック" panose="020B0600070205080204" pitchFamily="34" charset="-128"/>
                              </a:rPr>
                            </m:ctrlPr>
                          </m:sSubPr>
                          <m:e>
                            <m:r>
                              <a:rPr lang="en-US" altLang="ja-JP" sz="2000" b="0" i="1" smtClean="0">
                                <a:latin typeface="Cambria Math" panose="02040503050406030204" pitchFamily="18" charset="0"/>
                                <a:ea typeface="ＭＳ Ｐゴシック" panose="020B0600070205080204" pitchFamily="34" charset="-128"/>
                              </a:rPr>
                              <m:t>𝑒</m:t>
                            </m:r>
                          </m:e>
                          <m:sub>
                            <m:r>
                              <a:rPr lang="en-US" altLang="ja-JP" sz="2000" b="0" i="1" smtClean="0">
                                <a:latin typeface="Cambria Math" panose="02040503050406030204" pitchFamily="18" charset="0"/>
                                <a:ea typeface="ＭＳ Ｐゴシック" panose="020B0600070205080204" pitchFamily="34" charset="-128"/>
                              </a:rPr>
                              <m:t>𝑖</m:t>
                            </m:r>
                          </m:sub>
                        </m:sSub>
                      </m:sup>
                    </m:sSup>
                  </m:oMath>
                </a14:m>
                <a:r>
                  <a:rPr lang="en-US" altLang="ja-JP" sz="2000" dirty="0">
                    <a:ea typeface="ＭＳ Ｐゴシック" panose="020B0600070205080204" pitchFamily="34" charset="-128"/>
                  </a:rPr>
                  <a:t> is chosen.  </a:t>
                </a:r>
              </a:p>
              <a:p>
                <a:pPr eaLnBrk="1" hangingPunct="1"/>
                <a:r>
                  <a:rPr lang="en-US" altLang="en-US" sz="2000" dirty="0">
                    <a:ea typeface="ＭＳ Ｐゴシック" panose="020B0600070205080204" pitchFamily="34" charset="-128"/>
                  </a:rPr>
                  <a:t>Each factor should be of the form  </a:t>
                </a:r>
                <a14:m>
                  <m:oMath xmlns:m="http://schemas.openxmlformats.org/officeDocument/2006/math">
                    <m:sSup>
                      <m:sSupPr>
                        <m:ctrlPr>
                          <a:rPr lang="en-US" altLang="en-US" sz="2000" i="1" smtClean="0">
                            <a:latin typeface="Cambria Math" panose="02040503050406030204" pitchFamily="18" charset="0"/>
                            <a:ea typeface="ＭＳ Ｐゴシック" panose="020B0600070205080204" pitchFamily="34" charset="-128"/>
                          </a:rPr>
                        </m:ctrlPr>
                      </m:sSupPr>
                      <m:e>
                        <m:r>
                          <a:rPr lang="en-US" altLang="en-US" sz="2000" b="0" i="1" smtClean="0">
                            <a:latin typeface="Cambria Math" panose="02040503050406030204" pitchFamily="18" charset="0"/>
                            <a:ea typeface="ＭＳ Ｐゴシック" panose="020B0600070205080204" pitchFamily="34" charset="-128"/>
                          </a:rPr>
                          <m:t>𝑥</m:t>
                        </m:r>
                      </m:e>
                      <m:sup>
                        <m:r>
                          <a:rPr lang="en-US" altLang="en-US" sz="2000" b="0" i="1" smtClean="0">
                            <a:latin typeface="Cambria Math" panose="02040503050406030204" pitchFamily="18" charset="0"/>
                            <a:ea typeface="ＭＳ Ｐゴシック" panose="020B0600070205080204" pitchFamily="34" charset="-128"/>
                          </a:rPr>
                          <m:t>0</m:t>
                        </m:r>
                      </m:sup>
                    </m:sSup>
                    <m:r>
                      <a:rPr lang="en-US" altLang="en-US" sz="2000" b="0" i="1" smtClean="0">
                        <a:latin typeface="Cambria Math" panose="02040503050406030204" pitchFamily="18" charset="0"/>
                        <a:ea typeface="ＭＳ Ｐゴシック" panose="020B0600070205080204" pitchFamily="34" charset="-128"/>
                      </a:rPr>
                      <m:t>+</m:t>
                    </m:r>
                    <m:sSup>
                      <m:sSupPr>
                        <m:ctrlPr>
                          <a:rPr lang="en-US" altLang="en-US" sz="2000" b="0" i="1" smtClean="0">
                            <a:latin typeface="Cambria Math" panose="02040503050406030204" pitchFamily="18" charset="0"/>
                            <a:ea typeface="ＭＳ Ｐゴシック" panose="020B0600070205080204" pitchFamily="34" charset="-128"/>
                          </a:rPr>
                        </m:ctrlPr>
                      </m:sSupPr>
                      <m:e>
                        <m:r>
                          <a:rPr lang="en-US" altLang="en-US" sz="2000" b="0" i="1" smtClean="0">
                            <a:latin typeface="Cambria Math" panose="02040503050406030204" pitchFamily="18" charset="0"/>
                            <a:ea typeface="ＭＳ Ｐゴシック" panose="020B0600070205080204" pitchFamily="34" charset="-128"/>
                          </a:rPr>
                          <m:t>𝑥</m:t>
                        </m:r>
                      </m:e>
                      <m:sup>
                        <m:r>
                          <a:rPr lang="en-US" altLang="en-US" sz="2000" b="0" i="1" smtClean="0">
                            <a:latin typeface="Cambria Math" panose="02040503050406030204" pitchFamily="18" charset="0"/>
                            <a:ea typeface="ＭＳ Ｐゴシック" panose="020B0600070205080204" pitchFamily="34" charset="-128"/>
                          </a:rPr>
                          <m:t>1</m:t>
                        </m:r>
                      </m:sup>
                    </m:sSup>
                    <m:r>
                      <a:rPr lang="en-US" altLang="en-US" sz="2000" b="0" i="1" smtClean="0">
                        <a:latin typeface="Cambria Math" panose="02040503050406030204" pitchFamily="18" charset="0"/>
                        <a:ea typeface="ＭＳ Ｐゴシック" panose="020B0600070205080204" pitchFamily="34" charset="-128"/>
                      </a:rPr>
                      <m:t>+</m:t>
                    </m:r>
                    <m:sSup>
                      <m:sSupPr>
                        <m:ctrlPr>
                          <a:rPr lang="en-US" altLang="en-US" sz="2000" b="0" i="1" smtClean="0">
                            <a:latin typeface="Cambria Math" panose="02040503050406030204" pitchFamily="18" charset="0"/>
                            <a:ea typeface="ＭＳ Ｐゴシック" panose="020B0600070205080204" pitchFamily="34" charset="-128"/>
                          </a:rPr>
                        </m:ctrlPr>
                      </m:sSupPr>
                      <m:e>
                        <m:r>
                          <a:rPr lang="en-US" altLang="en-US" sz="2000" b="0" i="1" smtClean="0">
                            <a:latin typeface="Cambria Math" panose="02040503050406030204" pitchFamily="18" charset="0"/>
                            <a:ea typeface="ＭＳ Ｐゴシック" panose="020B0600070205080204" pitchFamily="34" charset="-128"/>
                          </a:rPr>
                          <m:t>𝑥</m:t>
                        </m:r>
                      </m:e>
                      <m:sup>
                        <m:r>
                          <a:rPr lang="en-US" altLang="en-US" sz="2000" b="0" i="1" smtClean="0">
                            <a:latin typeface="Cambria Math" panose="02040503050406030204" pitchFamily="18" charset="0"/>
                            <a:ea typeface="ＭＳ Ｐゴシック" panose="020B0600070205080204" pitchFamily="34" charset="-128"/>
                          </a:rPr>
                          <m:t>2</m:t>
                        </m:r>
                      </m:sup>
                    </m:sSup>
                    <m:r>
                      <a:rPr lang="en-US" altLang="en-US" sz="2000" b="0" i="1" smtClean="0">
                        <a:latin typeface="Cambria Math" panose="02040503050406030204" pitchFamily="18" charset="0"/>
                        <a:ea typeface="ＭＳ Ｐゴシック" panose="020B0600070205080204" pitchFamily="34" charset="-128"/>
                      </a:rPr>
                      <m:t>+</m:t>
                    </m:r>
                    <m:sSup>
                      <m:sSupPr>
                        <m:ctrlPr>
                          <a:rPr lang="en-US" altLang="en-US" sz="2000" b="0" i="1" smtClean="0">
                            <a:latin typeface="Cambria Math" panose="02040503050406030204" pitchFamily="18" charset="0"/>
                            <a:ea typeface="ＭＳ Ｐゴシック" panose="020B0600070205080204" pitchFamily="34" charset="-128"/>
                          </a:rPr>
                        </m:ctrlPr>
                      </m:sSupPr>
                      <m:e>
                        <m:r>
                          <a:rPr lang="en-US" altLang="en-US" sz="2000" b="0" i="1" smtClean="0">
                            <a:latin typeface="Cambria Math" panose="02040503050406030204" pitchFamily="18" charset="0"/>
                            <a:ea typeface="ＭＳ Ｐゴシック" panose="020B0600070205080204" pitchFamily="34" charset="-128"/>
                          </a:rPr>
                          <m:t>𝑥</m:t>
                        </m:r>
                      </m:e>
                      <m:sup>
                        <m:r>
                          <a:rPr lang="en-US" altLang="en-US" sz="2000" b="0" i="1" smtClean="0">
                            <a:latin typeface="Cambria Math" panose="02040503050406030204" pitchFamily="18" charset="0"/>
                            <a:ea typeface="ＭＳ Ｐゴシック" panose="020B0600070205080204" pitchFamily="34" charset="-128"/>
                          </a:rPr>
                          <m:t>3</m:t>
                        </m:r>
                      </m:sup>
                    </m:sSup>
                  </m:oMath>
                </a14:m>
                <a:r>
                  <a:rPr lang="en-US" altLang="en-US" sz="2000" dirty="0">
                    <a:ea typeface="ＭＳ Ｐゴシック" panose="020B0600070205080204" pitchFamily="34" charset="-128"/>
                  </a:rPr>
                  <a:t>                                      . </a:t>
                </a:r>
              </a:p>
              <a:p>
                <a:pPr lvl="1" eaLnBrk="1" hangingPunct="1"/>
                <a:r>
                  <a:rPr lang="en-US" altLang="en-US" sz="1800" dirty="0">
                    <a:ea typeface="ＭＳ Ｐゴシック" panose="020B0600070205080204" pitchFamily="34" charset="-128"/>
                  </a:rPr>
                  <a:t>Where, if this factor represent the green balls chosen, </a:t>
                </a:r>
              </a:p>
              <a:p>
                <a:pPr lvl="2" eaLnBrk="1" hangingPunct="1"/>
                <a14:m>
                  <m:oMath xmlns:m="http://schemas.openxmlformats.org/officeDocument/2006/math">
                    <m:sSub>
                      <m:sSubPr>
                        <m:ctrlPr>
                          <a:rPr lang="en-US" altLang="en-US" sz="1600" i="1" smtClean="0">
                            <a:latin typeface="Cambria Math" panose="02040503050406030204" pitchFamily="18" charset="0"/>
                            <a:ea typeface="ＭＳ Ｐゴシック" panose="020B0600070205080204" pitchFamily="34" charset="-128"/>
                          </a:rPr>
                        </m:ctrlPr>
                      </m:sSubPr>
                      <m:e>
                        <m:r>
                          <a:rPr lang="en-US" altLang="en-US" sz="1600" b="0" i="1" smtClean="0">
                            <a:latin typeface="Cambria Math" panose="02040503050406030204" pitchFamily="18" charset="0"/>
                            <a:ea typeface="ＭＳ Ｐゴシック" panose="020B0600070205080204" pitchFamily="34" charset="-128"/>
                          </a:rPr>
                          <m:t>𝑒</m:t>
                        </m:r>
                      </m:e>
                      <m:sub>
                        <m:r>
                          <a:rPr lang="en-US" altLang="en-US" sz="1600" b="0" i="1" smtClean="0">
                            <a:latin typeface="Cambria Math" panose="02040503050406030204" pitchFamily="18" charset="0"/>
                            <a:ea typeface="ＭＳ Ｐゴシック" panose="020B0600070205080204" pitchFamily="34" charset="-128"/>
                          </a:rPr>
                          <m:t>1</m:t>
                        </m:r>
                      </m:sub>
                    </m:sSub>
                  </m:oMath>
                </a14:m>
                <a:r>
                  <a:rPr lang="en-US" altLang="en-US" sz="1600" dirty="0">
                    <a:ea typeface="ＭＳ Ｐゴシック" panose="020B0600070205080204" pitchFamily="34" charset="-128"/>
                  </a:rPr>
                  <a:t>  means no green balls were chosen</a:t>
                </a:r>
              </a:p>
              <a:p>
                <a:pPr lvl="2" eaLnBrk="1" hangingPunct="1"/>
                <a14:m>
                  <m:oMath xmlns:m="http://schemas.openxmlformats.org/officeDocument/2006/math">
                    <m:sSub>
                      <m:sSubPr>
                        <m:ctrlPr>
                          <a:rPr lang="en-US" altLang="en-US" sz="1600" i="1" smtClean="0">
                            <a:latin typeface="Cambria Math" panose="02040503050406030204" pitchFamily="18" charset="0"/>
                            <a:ea typeface="ＭＳ Ｐゴシック" panose="020B0600070205080204" pitchFamily="34" charset="-128"/>
                          </a:rPr>
                        </m:ctrlPr>
                      </m:sSubPr>
                      <m:e>
                        <m:r>
                          <a:rPr lang="en-US" altLang="en-US" sz="1600" b="0" i="1" smtClean="0">
                            <a:latin typeface="Cambria Math" panose="02040503050406030204" pitchFamily="18" charset="0"/>
                            <a:ea typeface="ＭＳ Ｐゴシック" panose="020B0600070205080204" pitchFamily="34" charset="-128"/>
                          </a:rPr>
                          <m:t>𝑒</m:t>
                        </m:r>
                      </m:e>
                      <m:sub>
                        <m:r>
                          <a:rPr lang="en-US" altLang="en-US" sz="1600" b="0" i="1" smtClean="0">
                            <a:latin typeface="Cambria Math" panose="02040503050406030204" pitchFamily="18" charset="0"/>
                            <a:ea typeface="ＭＳ Ｐゴシック" panose="020B0600070205080204" pitchFamily="34" charset="-128"/>
                          </a:rPr>
                          <m:t>2</m:t>
                        </m:r>
                      </m:sub>
                    </m:sSub>
                  </m:oMath>
                </a14:m>
                <a:r>
                  <a:rPr lang="en-US" altLang="en-US" sz="1600" dirty="0">
                    <a:ea typeface="ＭＳ Ｐゴシック" panose="020B0600070205080204" pitchFamily="34" charset="-128"/>
                  </a:rPr>
                  <a:t>  means one green ball was chosen</a:t>
                </a:r>
              </a:p>
              <a:p>
                <a:pPr lvl="2" eaLnBrk="1" hangingPunct="1"/>
                <a14:m>
                  <m:oMath xmlns:m="http://schemas.openxmlformats.org/officeDocument/2006/math">
                    <m:sSub>
                      <m:sSubPr>
                        <m:ctrlPr>
                          <a:rPr lang="en-US" altLang="en-US" sz="1600" i="1" smtClean="0">
                            <a:latin typeface="Cambria Math" panose="02040503050406030204" pitchFamily="18" charset="0"/>
                            <a:ea typeface="ＭＳ Ｐゴシック" panose="020B0600070205080204" pitchFamily="34" charset="-128"/>
                          </a:rPr>
                        </m:ctrlPr>
                      </m:sSubPr>
                      <m:e>
                        <m:r>
                          <a:rPr lang="en-US" altLang="en-US" sz="1600" b="0" i="1" smtClean="0">
                            <a:latin typeface="Cambria Math" panose="02040503050406030204" pitchFamily="18" charset="0"/>
                            <a:ea typeface="ＭＳ Ｐゴシック" panose="020B0600070205080204" pitchFamily="34" charset="-128"/>
                          </a:rPr>
                          <m:t>𝑒</m:t>
                        </m:r>
                      </m:e>
                      <m:sub>
                        <m:r>
                          <a:rPr lang="en-US" altLang="en-US" sz="1600" b="0" i="1" smtClean="0">
                            <a:latin typeface="Cambria Math" panose="02040503050406030204" pitchFamily="18" charset="0"/>
                            <a:ea typeface="ＭＳ Ｐゴシック" panose="020B0600070205080204" pitchFamily="34" charset="-128"/>
                          </a:rPr>
                          <m:t>3</m:t>
                        </m:r>
                      </m:sub>
                    </m:sSub>
                  </m:oMath>
                </a14:m>
                <a:r>
                  <a:rPr lang="en-US" altLang="en-US" sz="1600" dirty="0">
                    <a:ea typeface="ＭＳ Ｐゴシック" panose="020B0600070205080204" pitchFamily="34" charset="-128"/>
                  </a:rPr>
                  <a:t>  means two green balls were chosen</a:t>
                </a:r>
              </a:p>
              <a:p>
                <a:pPr lvl="2" eaLnBrk="1" hangingPunct="1"/>
                <a14:m>
                  <m:oMath xmlns:m="http://schemas.openxmlformats.org/officeDocument/2006/math">
                    <m:sSub>
                      <m:sSubPr>
                        <m:ctrlPr>
                          <a:rPr lang="en-US" altLang="en-US" sz="1600" i="1" smtClean="0">
                            <a:latin typeface="Cambria Math" panose="02040503050406030204" pitchFamily="18" charset="0"/>
                            <a:ea typeface="ＭＳ Ｐゴシック" panose="020B0600070205080204" pitchFamily="34" charset="-128"/>
                          </a:rPr>
                        </m:ctrlPr>
                      </m:sSubPr>
                      <m:e>
                        <m:r>
                          <a:rPr lang="en-US" altLang="en-US" sz="1600" b="0" i="1" smtClean="0">
                            <a:latin typeface="Cambria Math" panose="02040503050406030204" pitchFamily="18" charset="0"/>
                            <a:ea typeface="ＭＳ Ｐゴシック" panose="020B0600070205080204" pitchFamily="34" charset="-128"/>
                          </a:rPr>
                          <m:t>𝑒</m:t>
                        </m:r>
                      </m:e>
                      <m:sub>
                        <m:r>
                          <a:rPr lang="en-US" altLang="en-US" sz="1600" b="0" i="1" smtClean="0">
                            <a:latin typeface="Cambria Math" panose="02040503050406030204" pitchFamily="18" charset="0"/>
                            <a:ea typeface="ＭＳ Ｐゴシック" panose="020B0600070205080204" pitchFamily="34" charset="-128"/>
                          </a:rPr>
                          <m:t>4</m:t>
                        </m:r>
                      </m:sub>
                    </m:sSub>
                  </m:oMath>
                </a14:m>
                <a:r>
                  <a:rPr lang="en-US" altLang="en-US" sz="1600" dirty="0">
                    <a:ea typeface="ＭＳ Ｐゴシック" panose="020B0600070205080204" pitchFamily="34" charset="-128"/>
                  </a:rPr>
                  <a:t>  means all three green balls were chosen.</a:t>
                </a:r>
              </a:p>
              <a:p>
                <a:pPr eaLnBrk="1" hangingPunct="1">
                  <a:buFont typeface="Wingdings" pitchFamily="2" charset="2"/>
                  <a:buNone/>
                </a:pPr>
                <a:endParaRPr lang="en-US" altLang="en-US" sz="2000" dirty="0">
                  <a:ea typeface="ＭＳ Ｐゴシック" panose="020B0600070205080204" pitchFamily="34" charset="-128"/>
                </a:endParaRPr>
              </a:p>
            </p:txBody>
          </p:sp>
        </mc:Choice>
        <mc:Fallback xmlns="">
          <p:sp>
            <p:nvSpPr>
              <p:cNvPr id="27652" name="Rectangle 3">
                <a:extLst>
                  <a:ext uri="{FF2B5EF4-FFF2-40B4-BE49-F238E27FC236}">
                    <a16:creationId xmlns:a16="http://schemas.microsoft.com/office/drawing/2014/main" id="{9E5B07B9-EE0E-EC44-9242-3AF7B96C9281}"/>
                  </a:ext>
                </a:extLst>
              </p:cNvPr>
              <p:cNvSpPr>
                <a:spLocks noGrp="1" noRot="1" noChangeAspect="1" noMove="1" noResize="1" noEditPoints="1" noAdjustHandles="1" noChangeArrowheads="1" noChangeShapeType="1" noTextEdit="1"/>
              </p:cNvSpPr>
              <p:nvPr>
                <p:ph type="body" idx="1"/>
              </p:nvPr>
            </p:nvSpPr>
            <p:spPr>
              <a:xfrm>
                <a:off x="1248346" y="1143001"/>
                <a:ext cx="9023350" cy="5410200"/>
              </a:xfrm>
              <a:blipFill>
                <a:blip r:embed="rId3"/>
                <a:stretch>
                  <a:fillRect l="-421"/>
                </a:stretch>
              </a:blipFill>
            </p:spPr>
            <p:txBody>
              <a:bodyPr/>
              <a:lstStyle/>
              <a:p>
                <a:r>
                  <a:rPr lang="en-US">
                    <a:noFill/>
                  </a:rPr>
                  <a:t> </a:t>
                </a:r>
              </a:p>
            </p:txBody>
          </p:sp>
        </mc:Fallback>
      </mc:AlternateContent>
      <p:grpSp>
        <p:nvGrpSpPr>
          <p:cNvPr id="27653" name="Group 20">
            <a:extLst>
              <a:ext uri="{FF2B5EF4-FFF2-40B4-BE49-F238E27FC236}">
                <a16:creationId xmlns:a16="http://schemas.microsoft.com/office/drawing/2014/main" id="{3CC6D35A-CAF8-C345-B33C-A234F9CFCCAC}"/>
              </a:ext>
            </a:extLst>
          </p:cNvPr>
          <p:cNvGrpSpPr>
            <a:grpSpLocks/>
          </p:cNvGrpSpPr>
          <p:nvPr/>
        </p:nvGrpSpPr>
        <p:grpSpPr bwMode="auto">
          <a:xfrm>
            <a:off x="2438400" y="1066801"/>
            <a:ext cx="5549900" cy="587375"/>
            <a:chOff x="576" y="672"/>
            <a:chExt cx="3496" cy="370"/>
          </a:xfrm>
        </p:grpSpPr>
        <p:graphicFrame>
          <p:nvGraphicFramePr>
            <p:cNvPr id="27668" name="Object 13">
              <a:extLst>
                <a:ext uri="{FF2B5EF4-FFF2-40B4-BE49-F238E27FC236}">
                  <a16:creationId xmlns:a16="http://schemas.microsoft.com/office/drawing/2014/main" id="{D485EE15-2231-8A4E-ADC0-7C1D51DC9C71}"/>
                </a:ext>
              </a:extLst>
            </p:cNvPr>
            <p:cNvGraphicFramePr>
              <a:graphicFrameLocks noChangeAspect="1"/>
            </p:cNvGraphicFramePr>
            <p:nvPr/>
          </p:nvGraphicFramePr>
          <p:xfrm>
            <a:off x="576" y="672"/>
            <a:ext cx="2176" cy="370"/>
          </p:xfrm>
          <a:graphic>
            <a:graphicData uri="http://schemas.openxmlformats.org/presentationml/2006/ole">
              <mc:AlternateContent xmlns:mc="http://schemas.openxmlformats.org/markup-compatibility/2006">
                <mc:Choice xmlns:v="urn:schemas-microsoft-com:vml" Requires="v">
                  <p:oleObj spid="_x0000_s5122" name="Equation" r:id="rId4" imgW="51498500" imgH="8775700" progId="Equation.DSMT4">
                    <p:embed/>
                  </p:oleObj>
                </mc:Choice>
                <mc:Fallback>
                  <p:oleObj name="Equation" r:id="rId4" imgW="51498500" imgH="8775700" progId="Equation.DSMT4">
                    <p:embed/>
                    <p:pic>
                      <p:nvPicPr>
                        <p:cNvPr id="27668" name="Object 13">
                          <a:extLst>
                            <a:ext uri="{FF2B5EF4-FFF2-40B4-BE49-F238E27FC236}">
                              <a16:creationId xmlns:a16="http://schemas.microsoft.com/office/drawing/2014/main" id="{D485EE15-2231-8A4E-ADC0-7C1D51DC9C7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76" y="672"/>
                          <a:ext cx="2176" cy="3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graphicFrame>
          <p:nvGraphicFramePr>
            <p:cNvPr id="27669" name="Object 14">
              <a:extLst>
                <a:ext uri="{FF2B5EF4-FFF2-40B4-BE49-F238E27FC236}">
                  <a16:creationId xmlns:a16="http://schemas.microsoft.com/office/drawing/2014/main" id="{776A6790-9D83-0E40-8D38-C9716C97043C}"/>
                </a:ext>
              </a:extLst>
            </p:cNvPr>
            <p:cNvGraphicFramePr>
              <a:graphicFrameLocks noChangeAspect="1"/>
            </p:cNvGraphicFramePr>
            <p:nvPr/>
          </p:nvGraphicFramePr>
          <p:xfrm>
            <a:off x="3168" y="720"/>
            <a:ext cx="904" cy="305"/>
          </p:xfrm>
          <a:graphic>
            <a:graphicData uri="http://schemas.openxmlformats.org/presentationml/2006/ole">
              <mc:AlternateContent xmlns:mc="http://schemas.openxmlformats.org/markup-compatibility/2006">
                <mc:Choice xmlns:v="urn:schemas-microsoft-com:vml" Requires="v">
                  <p:oleObj spid="_x0000_s5123" name="Equation" r:id="rId6" imgW="26035000" imgH="8775700" progId="Equation.DSMT4">
                    <p:embed/>
                  </p:oleObj>
                </mc:Choice>
                <mc:Fallback>
                  <p:oleObj name="Equation" r:id="rId6" imgW="26035000" imgH="8775700" progId="Equation.DSMT4">
                    <p:embed/>
                    <p:pic>
                      <p:nvPicPr>
                        <p:cNvPr id="27669" name="Object 14">
                          <a:extLst>
                            <a:ext uri="{FF2B5EF4-FFF2-40B4-BE49-F238E27FC236}">
                              <a16:creationId xmlns:a16="http://schemas.microsoft.com/office/drawing/2014/main" id="{776A6790-9D83-0E40-8D38-C9716C97043C}"/>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168" y="720"/>
                          <a:ext cx="904" cy="3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grpSp>
    </p:spTree>
    <p:extLst>
      <p:ext uri="{BB962C8B-B14F-4D97-AF65-F5344CB8AC3E}">
        <p14:creationId xmlns:p14="http://schemas.microsoft.com/office/powerpoint/2010/main" val="287993973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5" name="Rectangle 2">
            <a:extLst>
              <a:ext uri="{FF2B5EF4-FFF2-40B4-BE49-F238E27FC236}">
                <a16:creationId xmlns:a16="http://schemas.microsoft.com/office/drawing/2014/main" id="{317E66B4-8947-134D-996F-EADE890AEB79}"/>
              </a:ext>
            </a:extLst>
          </p:cNvPr>
          <p:cNvSpPr>
            <a:spLocks noGrp="1" noChangeArrowheads="1"/>
          </p:cNvSpPr>
          <p:nvPr>
            <p:ph type="title"/>
          </p:nvPr>
        </p:nvSpPr>
        <p:spPr>
          <a:xfrm>
            <a:off x="838200" y="365125"/>
            <a:ext cx="10515600" cy="776207"/>
          </a:xfrm>
        </p:spPr>
        <p:txBody>
          <a:bodyPr/>
          <a:lstStyle/>
          <a:p>
            <a:pPr eaLnBrk="1" hangingPunct="1"/>
            <a:r>
              <a:rPr lang="en-US" altLang="en-US" dirty="0">
                <a:ea typeface="ＭＳ Ｐゴシック" panose="020B0600070205080204" pitchFamily="34" charset="-128"/>
              </a:rPr>
              <a:t>Example 2 (</a:t>
            </a:r>
            <a:r>
              <a:rPr lang="en-US" altLang="en-US" dirty="0" err="1">
                <a:ea typeface="ＭＳ Ｐゴシック" panose="020B0600070205080204" pitchFamily="34" charset="-128"/>
              </a:rPr>
              <a:t>cont</a:t>
            </a:r>
            <a:r>
              <a:rPr lang="en-US" altLang="en-US" dirty="0">
                <a:ea typeface="ＭＳ Ｐゴシック" panose="020B0600070205080204" pitchFamily="34" charset="-128"/>
              </a:rPr>
              <a:t>)</a:t>
            </a:r>
          </a:p>
        </p:txBody>
      </p:sp>
      <mc:AlternateContent xmlns:mc="http://schemas.openxmlformats.org/markup-compatibility/2006" xmlns:a14="http://schemas.microsoft.com/office/drawing/2010/main">
        <mc:Choice Requires="a14">
          <p:sp>
            <p:nvSpPr>
              <p:cNvPr id="28676" name="Rectangle 3">
                <a:extLst>
                  <a:ext uri="{FF2B5EF4-FFF2-40B4-BE49-F238E27FC236}">
                    <a16:creationId xmlns:a16="http://schemas.microsoft.com/office/drawing/2014/main" id="{AE9D684B-6839-2442-9E35-BE63DF1377E9}"/>
                  </a:ext>
                </a:extLst>
              </p:cNvPr>
              <p:cNvSpPr>
                <a:spLocks noGrp="1" noChangeArrowheads="1"/>
              </p:cNvSpPr>
              <p:nvPr>
                <p:ph type="body" idx="1"/>
              </p:nvPr>
            </p:nvSpPr>
            <p:spPr>
              <a:xfrm>
                <a:off x="838200" y="1319212"/>
                <a:ext cx="10515600" cy="4351338"/>
              </a:xfrm>
            </p:spPr>
            <p:txBody>
              <a:bodyPr/>
              <a:lstStyle/>
              <a:p>
                <a:pPr marL="0" indent="0" eaLnBrk="1" hangingPunct="1">
                  <a:buNone/>
                </a:pPr>
                <a14:m>
                  <m:oMathPara xmlns:m="http://schemas.openxmlformats.org/officeDocument/2006/math">
                    <m:oMathParaPr>
                      <m:jc m:val="centerGroup"/>
                    </m:oMathParaPr>
                    <m:oMath xmlns:m="http://schemas.openxmlformats.org/officeDocument/2006/math">
                      <m:sSub>
                        <m:sSubPr>
                          <m:ctrlPr>
                            <a:rPr lang="en-US" altLang="en-US" i="1" smtClean="0">
                              <a:latin typeface="Cambria Math" panose="02040503050406030204" pitchFamily="18" charset="0"/>
                              <a:ea typeface="ＭＳ Ｐゴシック" panose="020B0600070205080204" pitchFamily="34" charset="-128"/>
                            </a:rPr>
                          </m:ctrlPr>
                        </m:sSubPr>
                        <m:e>
                          <m:r>
                            <a:rPr lang="en-US" altLang="en-US" b="0" i="1" smtClean="0">
                              <a:latin typeface="Cambria Math" panose="02040503050406030204" pitchFamily="18" charset="0"/>
                              <a:ea typeface="ＭＳ Ｐゴシック" panose="020B0600070205080204" pitchFamily="34" charset="-128"/>
                            </a:rPr>
                            <m:t>𝑒</m:t>
                          </m:r>
                        </m:e>
                        <m:sub>
                          <m:r>
                            <a:rPr lang="en-US" altLang="en-US" b="0" i="1" smtClean="0">
                              <a:latin typeface="Cambria Math" panose="02040503050406030204" pitchFamily="18" charset="0"/>
                              <a:ea typeface="ＭＳ Ｐゴシック" panose="020B0600070205080204" pitchFamily="34" charset="-128"/>
                            </a:rPr>
                            <m:t>1</m:t>
                          </m:r>
                        </m:sub>
                      </m:sSub>
                      <m:r>
                        <a:rPr lang="en-US" altLang="en-US" b="0" i="1" smtClean="0">
                          <a:latin typeface="Cambria Math" panose="02040503050406030204" pitchFamily="18" charset="0"/>
                          <a:ea typeface="ＭＳ Ｐゴシック" panose="020B0600070205080204" pitchFamily="34" charset="-128"/>
                        </a:rPr>
                        <m:t>+</m:t>
                      </m:r>
                      <m:sSub>
                        <m:sSubPr>
                          <m:ctrlPr>
                            <a:rPr lang="en-US" altLang="en-US" b="0" i="1" smtClean="0">
                              <a:latin typeface="Cambria Math" panose="02040503050406030204" pitchFamily="18" charset="0"/>
                              <a:ea typeface="ＭＳ Ｐゴシック" panose="020B0600070205080204" pitchFamily="34" charset="-128"/>
                            </a:rPr>
                          </m:ctrlPr>
                        </m:sSubPr>
                        <m:e>
                          <m:r>
                            <a:rPr lang="en-US" altLang="en-US" b="0" i="1" smtClean="0">
                              <a:latin typeface="Cambria Math" panose="02040503050406030204" pitchFamily="18" charset="0"/>
                              <a:ea typeface="ＭＳ Ｐゴシック" panose="020B0600070205080204" pitchFamily="34" charset="-128"/>
                            </a:rPr>
                            <m:t>𝑒</m:t>
                          </m:r>
                        </m:e>
                        <m:sub>
                          <m:r>
                            <a:rPr lang="en-US" altLang="en-US" b="0" i="1" smtClean="0">
                              <a:latin typeface="Cambria Math" panose="02040503050406030204" pitchFamily="18" charset="0"/>
                              <a:ea typeface="ＭＳ Ｐゴシック" panose="020B0600070205080204" pitchFamily="34" charset="-128"/>
                            </a:rPr>
                            <m:t>2</m:t>
                          </m:r>
                        </m:sub>
                      </m:sSub>
                      <m:r>
                        <a:rPr lang="en-US" altLang="en-US" b="0" i="1" smtClean="0">
                          <a:latin typeface="Cambria Math" panose="02040503050406030204" pitchFamily="18" charset="0"/>
                          <a:ea typeface="ＭＳ Ｐゴシック" panose="020B0600070205080204" pitchFamily="34" charset="-128"/>
                        </a:rPr>
                        <m:t>+</m:t>
                      </m:r>
                      <m:sSub>
                        <m:sSubPr>
                          <m:ctrlPr>
                            <a:rPr lang="en-US" altLang="en-US" b="0" i="1" smtClean="0">
                              <a:latin typeface="Cambria Math" panose="02040503050406030204" pitchFamily="18" charset="0"/>
                              <a:ea typeface="ＭＳ Ｐゴシック" panose="020B0600070205080204" pitchFamily="34" charset="-128"/>
                            </a:rPr>
                          </m:ctrlPr>
                        </m:sSubPr>
                        <m:e>
                          <m:r>
                            <a:rPr lang="en-US" altLang="en-US" b="0" i="1" smtClean="0">
                              <a:latin typeface="Cambria Math" panose="02040503050406030204" pitchFamily="18" charset="0"/>
                              <a:ea typeface="ＭＳ Ｐゴシック" panose="020B0600070205080204" pitchFamily="34" charset="-128"/>
                            </a:rPr>
                            <m:t>𝑒</m:t>
                          </m:r>
                        </m:e>
                        <m:sub>
                          <m:r>
                            <a:rPr lang="en-US" altLang="en-US" b="0" i="1" smtClean="0">
                              <a:latin typeface="Cambria Math" panose="02040503050406030204" pitchFamily="18" charset="0"/>
                              <a:ea typeface="ＭＳ Ｐゴシック" panose="020B0600070205080204" pitchFamily="34" charset="-128"/>
                            </a:rPr>
                            <m:t>3</m:t>
                          </m:r>
                        </m:sub>
                      </m:sSub>
                      <m:r>
                        <a:rPr lang="en-US" altLang="en-US" b="0" i="1" smtClean="0">
                          <a:latin typeface="Cambria Math" panose="02040503050406030204" pitchFamily="18" charset="0"/>
                          <a:ea typeface="ＭＳ Ｐゴシック" panose="020B0600070205080204" pitchFamily="34" charset="-128"/>
                        </a:rPr>
                        <m:t>+</m:t>
                      </m:r>
                      <m:sSub>
                        <m:sSubPr>
                          <m:ctrlPr>
                            <a:rPr lang="en-US" altLang="en-US" b="0" i="1" smtClean="0">
                              <a:latin typeface="Cambria Math" panose="02040503050406030204" pitchFamily="18" charset="0"/>
                              <a:ea typeface="ＭＳ Ｐゴシック" panose="020B0600070205080204" pitchFamily="34" charset="-128"/>
                            </a:rPr>
                          </m:ctrlPr>
                        </m:sSubPr>
                        <m:e>
                          <m:r>
                            <a:rPr lang="en-US" altLang="en-US" b="0" i="1" smtClean="0">
                              <a:latin typeface="Cambria Math" panose="02040503050406030204" pitchFamily="18" charset="0"/>
                              <a:ea typeface="ＭＳ Ｐゴシック" panose="020B0600070205080204" pitchFamily="34" charset="-128"/>
                            </a:rPr>
                            <m:t>𝑒</m:t>
                          </m:r>
                        </m:e>
                        <m:sub>
                          <m:r>
                            <a:rPr lang="en-US" altLang="en-US" b="0" i="1" smtClean="0">
                              <a:latin typeface="Cambria Math" panose="02040503050406030204" pitchFamily="18" charset="0"/>
                              <a:ea typeface="ＭＳ Ｐゴシック" panose="020B0600070205080204" pitchFamily="34" charset="-128"/>
                            </a:rPr>
                            <m:t>4</m:t>
                          </m:r>
                        </m:sub>
                      </m:sSub>
                      <m:r>
                        <a:rPr lang="en-US" altLang="en-US" b="0" i="1" smtClean="0">
                          <a:latin typeface="Cambria Math" panose="02040503050406030204" pitchFamily="18" charset="0"/>
                          <a:ea typeface="ＭＳ Ｐゴシック" panose="020B0600070205080204" pitchFamily="34" charset="-128"/>
                        </a:rPr>
                        <m:t>=</m:t>
                      </m:r>
                      <m:r>
                        <a:rPr lang="en-US" altLang="en-US" b="0" i="1" smtClean="0">
                          <a:latin typeface="Cambria Math" panose="02040503050406030204" pitchFamily="18" charset="0"/>
                          <a:ea typeface="ＭＳ Ｐゴシック" panose="020B0600070205080204" pitchFamily="34" charset="-128"/>
                        </a:rPr>
                        <m:t>𝑟</m:t>
                      </m:r>
                      <m:r>
                        <a:rPr lang="en-US" altLang="en-US" b="0" i="1" smtClean="0">
                          <a:latin typeface="Cambria Math" panose="02040503050406030204" pitchFamily="18" charset="0"/>
                          <a:ea typeface="ＭＳ Ｐゴシック" panose="020B0600070205080204" pitchFamily="34" charset="-128"/>
                        </a:rPr>
                        <m:t>       0≤</m:t>
                      </m:r>
                      <m:sSub>
                        <m:sSubPr>
                          <m:ctrlPr>
                            <a:rPr lang="en-US" altLang="en-US" b="0" i="1" smtClean="0">
                              <a:latin typeface="Cambria Math" panose="02040503050406030204" pitchFamily="18" charset="0"/>
                              <a:ea typeface="Cambria Math" panose="02040503050406030204" pitchFamily="18" charset="0"/>
                            </a:rPr>
                          </m:ctrlPr>
                        </m:sSubPr>
                        <m:e>
                          <m:r>
                            <a:rPr lang="en-US" altLang="en-US" b="0" i="1" smtClean="0">
                              <a:latin typeface="Cambria Math" panose="02040503050406030204" pitchFamily="18" charset="0"/>
                              <a:ea typeface="Cambria Math" panose="02040503050406030204" pitchFamily="18" charset="0"/>
                            </a:rPr>
                            <m:t>𝑒</m:t>
                          </m:r>
                        </m:e>
                        <m:sub>
                          <m:r>
                            <a:rPr lang="en-US" altLang="en-US" b="0" i="1" smtClean="0">
                              <a:latin typeface="Cambria Math" panose="02040503050406030204" pitchFamily="18" charset="0"/>
                              <a:ea typeface="Cambria Math" panose="02040503050406030204" pitchFamily="18" charset="0"/>
                            </a:rPr>
                            <m:t>𝑖</m:t>
                          </m:r>
                        </m:sub>
                      </m:sSub>
                      <m:r>
                        <a:rPr lang="en-US" altLang="en-US" b="0" i="1" smtClean="0">
                          <a:latin typeface="Cambria Math" panose="02040503050406030204" pitchFamily="18" charset="0"/>
                          <a:ea typeface="Cambria Math" panose="02040503050406030204" pitchFamily="18" charset="0"/>
                        </a:rPr>
                        <m:t>≤3</m:t>
                      </m:r>
                      <m:r>
                        <a:rPr lang="en-US" altLang="en-US" b="0" i="1" smtClean="0">
                          <a:latin typeface="Cambria Math" panose="02040503050406030204" pitchFamily="18" charset="0"/>
                          <a:ea typeface="ＭＳ Ｐゴシック" panose="020B0600070205080204" pitchFamily="34" charset="-128"/>
                        </a:rPr>
                        <m:t> </m:t>
                      </m:r>
                    </m:oMath>
                  </m:oMathPara>
                </a14:m>
                <a:endParaRPr lang="en-US" altLang="en-US" dirty="0">
                  <a:ea typeface="ＭＳ Ｐゴシック" panose="020B0600070205080204" pitchFamily="34" charset="-128"/>
                </a:endParaRPr>
              </a:p>
              <a:p>
                <a:pPr eaLnBrk="1" hangingPunct="1"/>
                <a:r>
                  <a:rPr lang="en-US" altLang="en-US" dirty="0">
                    <a:ea typeface="ＭＳ Ｐゴシック" panose="020B0600070205080204" pitchFamily="34" charset="-128"/>
                  </a:rPr>
                  <a:t>Because there are four different colors, each color should have its own factor.  </a:t>
                </a:r>
              </a:p>
              <a:p>
                <a:pPr eaLnBrk="1" hangingPunct="1"/>
                <a:r>
                  <a:rPr lang="en-US" altLang="en-US" dirty="0">
                    <a:ea typeface="ＭＳ Ｐゴシック" panose="020B0600070205080204" pitchFamily="34" charset="-128"/>
                  </a:rPr>
                  <a:t>Therefore the generating function is:</a:t>
                </a:r>
              </a:p>
              <a:p>
                <a:pPr marL="0" indent="0" eaLnBrk="1" hangingPunct="1">
                  <a:buNone/>
                </a:pPr>
                <a14:m>
                  <m:oMathPara xmlns:m="http://schemas.openxmlformats.org/officeDocument/2006/math">
                    <m:oMathParaPr>
                      <m:jc m:val="centerGroup"/>
                    </m:oMathParaPr>
                    <m:oMath xmlns:m="http://schemas.openxmlformats.org/officeDocument/2006/math">
                      <m:sSup>
                        <m:sSupPr>
                          <m:ctrlPr>
                            <a:rPr lang="en-US" altLang="en-US" i="1" smtClean="0">
                              <a:latin typeface="Cambria Math" panose="02040503050406030204" pitchFamily="18" charset="0"/>
                              <a:ea typeface="ＭＳ Ｐゴシック" panose="020B0600070205080204" pitchFamily="34" charset="-128"/>
                            </a:rPr>
                          </m:ctrlPr>
                        </m:sSupPr>
                        <m:e>
                          <m:d>
                            <m:dPr>
                              <m:ctrlPr>
                                <a:rPr lang="en-US" altLang="en-US" i="1" smtClean="0">
                                  <a:latin typeface="Cambria Math" panose="02040503050406030204" pitchFamily="18" charset="0"/>
                                  <a:ea typeface="ＭＳ Ｐゴシック" panose="020B0600070205080204" pitchFamily="34" charset="-128"/>
                                </a:rPr>
                              </m:ctrlPr>
                            </m:dPr>
                            <m:e>
                              <m:r>
                                <a:rPr lang="en-US" altLang="en-US" b="0" i="1" smtClean="0">
                                  <a:latin typeface="Cambria Math" panose="02040503050406030204" pitchFamily="18" charset="0"/>
                                  <a:ea typeface="ＭＳ Ｐゴシック" panose="020B0600070205080204" pitchFamily="34" charset="-128"/>
                                </a:rPr>
                                <m:t>1+</m:t>
                              </m:r>
                              <m:r>
                                <a:rPr lang="en-US" altLang="en-US" b="0" i="1" smtClean="0">
                                  <a:latin typeface="Cambria Math" panose="02040503050406030204" pitchFamily="18" charset="0"/>
                                  <a:ea typeface="ＭＳ Ｐゴシック" panose="020B0600070205080204" pitchFamily="34" charset="-128"/>
                                </a:rPr>
                                <m:t>𝑥</m:t>
                              </m:r>
                              <m:r>
                                <a:rPr lang="en-US" altLang="en-US" b="0" i="1" smtClean="0">
                                  <a:latin typeface="Cambria Math" panose="02040503050406030204" pitchFamily="18" charset="0"/>
                                  <a:ea typeface="ＭＳ Ｐゴシック" panose="020B0600070205080204" pitchFamily="34" charset="-128"/>
                                </a:rPr>
                                <m:t>+</m:t>
                              </m:r>
                              <m:sSup>
                                <m:sSupPr>
                                  <m:ctrlPr>
                                    <a:rPr lang="en-US" altLang="en-US" b="0" i="1" smtClean="0">
                                      <a:latin typeface="Cambria Math" panose="02040503050406030204" pitchFamily="18" charset="0"/>
                                      <a:ea typeface="ＭＳ Ｐゴシック" panose="020B0600070205080204" pitchFamily="34" charset="-128"/>
                                    </a:rPr>
                                  </m:ctrlPr>
                                </m:sSupPr>
                                <m:e>
                                  <m:r>
                                    <a:rPr lang="en-US" altLang="en-US" b="0" i="1" smtClean="0">
                                      <a:latin typeface="Cambria Math" panose="02040503050406030204" pitchFamily="18" charset="0"/>
                                      <a:ea typeface="ＭＳ Ｐゴシック" panose="020B0600070205080204" pitchFamily="34" charset="-128"/>
                                    </a:rPr>
                                    <m:t>𝑥</m:t>
                                  </m:r>
                                </m:e>
                                <m:sup>
                                  <m:r>
                                    <a:rPr lang="en-US" altLang="en-US" b="0" i="1" smtClean="0">
                                      <a:latin typeface="Cambria Math" panose="02040503050406030204" pitchFamily="18" charset="0"/>
                                      <a:ea typeface="ＭＳ Ｐゴシック" panose="020B0600070205080204" pitchFamily="34" charset="-128"/>
                                    </a:rPr>
                                    <m:t>2</m:t>
                                  </m:r>
                                </m:sup>
                              </m:sSup>
                              <m:r>
                                <a:rPr lang="en-US" altLang="en-US" b="0" i="1" smtClean="0">
                                  <a:latin typeface="Cambria Math" panose="02040503050406030204" pitchFamily="18" charset="0"/>
                                  <a:ea typeface="ＭＳ Ｐゴシック" panose="020B0600070205080204" pitchFamily="34" charset="-128"/>
                                </a:rPr>
                                <m:t>+</m:t>
                              </m:r>
                              <m:sSup>
                                <m:sSupPr>
                                  <m:ctrlPr>
                                    <a:rPr lang="en-US" altLang="en-US" b="0" i="1" smtClean="0">
                                      <a:latin typeface="Cambria Math" panose="02040503050406030204" pitchFamily="18" charset="0"/>
                                      <a:ea typeface="ＭＳ Ｐゴシック" panose="020B0600070205080204" pitchFamily="34" charset="-128"/>
                                    </a:rPr>
                                  </m:ctrlPr>
                                </m:sSupPr>
                                <m:e>
                                  <m:r>
                                    <a:rPr lang="en-US" altLang="en-US" b="0" i="1" smtClean="0">
                                      <a:latin typeface="Cambria Math" panose="02040503050406030204" pitchFamily="18" charset="0"/>
                                      <a:ea typeface="ＭＳ Ｐゴシック" panose="020B0600070205080204" pitchFamily="34" charset="-128"/>
                                    </a:rPr>
                                    <m:t>𝑥</m:t>
                                  </m:r>
                                </m:e>
                                <m:sup>
                                  <m:r>
                                    <a:rPr lang="en-US" altLang="en-US" b="0" i="1" smtClean="0">
                                      <a:latin typeface="Cambria Math" panose="02040503050406030204" pitchFamily="18" charset="0"/>
                                      <a:ea typeface="ＭＳ Ｐゴシック" panose="020B0600070205080204" pitchFamily="34" charset="-128"/>
                                    </a:rPr>
                                    <m:t>3</m:t>
                                  </m:r>
                                </m:sup>
                              </m:sSup>
                            </m:e>
                          </m:d>
                        </m:e>
                        <m:sup>
                          <m:r>
                            <a:rPr lang="en-US" altLang="en-US" b="0" i="1" smtClean="0">
                              <a:latin typeface="Cambria Math" panose="02040503050406030204" pitchFamily="18" charset="0"/>
                              <a:ea typeface="ＭＳ Ｐゴシック" panose="020B0600070205080204" pitchFamily="34" charset="-128"/>
                            </a:rPr>
                            <m:t>4</m:t>
                          </m:r>
                        </m:sup>
                      </m:sSup>
                    </m:oMath>
                  </m:oMathPara>
                </a14:m>
                <a:endParaRPr lang="en-US" altLang="en-US" dirty="0">
                  <a:ea typeface="ＭＳ Ｐゴシック" panose="020B0600070205080204" pitchFamily="34" charset="-128"/>
                </a:endParaRPr>
              </a:p>
              <a:p>
                <a:pPr eaLnBrk="1" hangingPunct="1"/>
                <a:r>
                  <a:rPr lang="en-US" altLang="en-US" dirty="0">
                    <a:ea typeface="ＭＳ Ｐゴシック" panose="020B0600070205080204" pitchFamily="34" charset="-128"/>
                  </a:rPr>
                  <a:t>Which expands out to</a:t>
                </a:r>
              </a:p>
              <a:p>
                <a:pPr eaLnBrk="1" hangingPunct="1"/>
                <a:endParaRPr lang="en-US" altLang="en-US" dirty="0">
                  <a:ea typeface="ＭＳ Ｐゴシック" panose="020B0600070205080204" pitchFamily="34" charset="-128"/>
                </a:endParaRPr>
              </a:p>
            </p:txBody>
          </p:sp>
        </mc:Choice>
        <mc:Fallback xmlns="">
          <p:sp>
            <p:nvSpPr>
              <p:cNvPr id="28676" name="Rectangle 3">
                <a:extLst>
                  <a:ext uri="{FF2B5EF4-FFF2-40B4-BE49-F238E27FC236}">
                    <a16:creationId xmlns:a16="http://schemas.microsoft.com/office/drawing/2014/main" id="{AE9D684B-6839-2442-9E35-BE63DF1377E9}"/>
                  </a:ext>
                </a:extLst>
              </p:cNvPr>
              <p:cNvSpPr>
                <a:spLocks noGrp="1" noRot="1" noChangeAspect="1" noMove="1" noResize="1" noEditPoints="1" noAdjustHandles="1" noChangeArrowheads="1" noChangeShapeType="1" noTextEdit="1"/>
              </p:cNvSpPr>
              <p:nvPr>
                <p:ph type="body" idx="1"/>
              </p:nvPr>
            </p:nvSpPr>
            <p:spPr>
              <a:xfrm>
                <a:off x="838200" y="1319212"/>
                <a:ext cx="10515600" cy="4351338"/>
              </a:xfrm>
              <a:blipFill>
                <a:blip r:embed="rId3"/>
                <a:stretch>
                  <a:fillRect l="-965" t="-581"/>
                </a:stretch>
              </a:blipFill>
            </p:spPr>
            <p:txBody>
              <a:bodyPr/>
              <a:lstStyle/>
              <a:p>
                <a:r>
                  <a:rPr lang="en-US">
                    <a:noFill/>
                  </a:rPr>
                  <a:t> </a:t>
                </a:r>
              </a:p>
            </p:txBody>
          </p:sp>
        </mc:Fallback>
      </mc:AlternateContent>
      <p:grpSp>
        <p:nvGrpSpPr>
          <p:cNvPr id="28677" name="Group 14">
            <a:extLst>
              <a:ext uri="{FF2B5EF4-FFF2-40B4-BE49-F238E27FC236}">
                <a16:creationId xmlns:a16="http://schemas.microsoft.com/office/drawing/2014/main" id="{4D26944C-8EE4-314A-A575-0B3277AB236C}"/>
              </a:ext>
            </a:extLst>
          </p:cNvPr>
          <p:cNvGrpSpPr>
            <a:grpSpLocks/>
          </p:cNvGrpSpPr>
          <p:nvPr/>
        </p:nvGrpSpPr>
        <p:grpSpPr bwMode="auto">
          <a:xfrm>
            <a:off x="2589944" y="4280899"/>
            <a:ext cx="7505700" cy="977900"/>
            <a:chOff x="432" y="3072"/>
            <a:chExt cx="4728" cy="616"/>
          </a:xfrm>
        </p:grpSpPr>
        <p:graphicFrame>
          <p:nvGraphicFramePr>
            <p:cNvPr id="28684" name="Object 5">
              <a:extLst>
                <a:ext uri="{FF2B5EF4-FFF2-40B4-BE49-F238E27FC236}">
                  <a16:creationId xmlns:a16="http://schemas.microsoft.com/office/drawing/2014/main" id="{2856D776-7230-FF42-A708-664E3810422C}"/>
                </a:ext>
              </a:extLst>
            </p:cNvPr>
            <p:cNvGraphicFramePr>
              <a:graphicFrameLocks noChangeAspect="1"/>
            </p:cNvGraphicFramePr>
            <p:nvPr/>
          </p:nvGraphicFramePr>
          <p:xfrm>
            <a:off x="432" y="3072"/>
            <a:ext cx="2768" cy="232"/>
          </p:xfrm>
          <a:graphic>
            <a:graphicData uri="http://schemas.openxmlformats.org/presentationml/2006/ole">
              <mc:AlternateContent xmlns:mc="http://schemas.openxmlformats.org/markup-compatibility/2006">
                <mc:Choice xmlns:v="urn:schemas-microsoft-com:vml" Requires="v">
                  <p:oleObj spid="_x0000_s6146" name="Microsoft Equation 3.0" r:id="rId4" imgW="101231700" imgH="8483600" progId="Equation.3">
                    <p:embed/>
                  </p:oleObj>
                </mc:Choice>
                <mc:Fallback>
                  <p:oleObj name="Microsoft Equation 3.0" r:id="rId4" imgW="101231700" imgH="8483600" progId="Equation.3">
                    <p:embed/>
                    <p:pic>
                      <p:nvPicPr>
                        <p:cNvPr id="28684" name="Object 5">
                          <a:extLst>
                            <a:ext uri="{FF2B5EF4-FFF2-40B4-BE49-F238E27FC236}">
                              <a16:creationId xmlns:a16="http://schemas.microsoft.com/office/drawing/2014/main" id="{2856D776-7230-FF42-A708-664E3810422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32" y="3072"/>
                          <a:ext cx="2768" cy="2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graphicFrame>
          <p:nvGraphicFramePr>
            <p:cNvPr id="28685" name="Object 6">
              <a:extLst>
                <a:ext uri="{FF2B5EF4-FFF2-40B4-BE49-F238E27FC236}">
                  <a16:creationId xmlns:a16="http://schemas.microsoft.com/office/drawing/2014/main" id="{032D5693-3888-6541-9308-43C1F3E7C8C4}"/>
                </a:ext>
              </a:extLst>
            </p:cNvPr>
            <p:cNvGraphicFramePr>
              <a:graphicFrameLocks noChangeAspect="1"/>
            </p:cNvGraphicFramePr>
            <p:nvPr/>
          </p:nvGraphicFramePr>
          <p:xfrm>
            <a:off x="1632" y="3456"/>
            <a:ext cx="3528" cy="232"/>
          </p:xfrm>
          <a:graphic>
            <a:graphicData uri="http://schemas.openxmlformats.org/presentationml/2006/ole">
              <mc:AlternateContent xmlns:mc="http://schemas.openxmlformats.org/markup-compatibility/2006">
                <mc:Choice xmlns:v="urn:schemas-microsoft-com:vml" Requires="v">
                  <p:oleObj spid="_x0000_s6147" name="Microsoft Equation 3.0" r:id="rId6" imgW="129019300" imgH="8483600" progId="Equation.3">
                    <p:embed/>
                  </p:oleObj>
                </mc:Choice>
                <mc:Fallback>
                  <p:oleObj name="Microsoft Equation 3.0" r:id="rId6" imgW="129019300" imgH="8483600" progId="Equation.3">
                    <p:embed/>
                    <p:pic>
                      <p:nvPicPr>
                        <p:cNvPr id="28685" name="Object 6">
                          <a:extLst>
                            <a:ext uri="{FF2B5EF4-FFF2-40B4-BE49-F238E27FC236}">
                              <a16:creationId xmlns:a16="http://schemas.microsoft.com/office/drawing/2014/main" id="{032D5693-3888-6541-9308-43C1F3E7C8C4}"/>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632" y="3456"/>
                          <a:ext cx="3528" cy="2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grpSp>
    </p:spTree>
    <p:extLst>
      <p:ext uri="{BB962C8B-B14F-4D97-AF65-F5344CB8AC3E}">
        <p14:creationId xmlns:p14="http://schemas.microsoft.com/office/powerpoint/2010/main" val="123254534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9" name="Rectangle 2">
            <a:extLst>
              <a:ext uri="{FF2B5EF4-FFF2-40B4-BE49-F238E27FC236}">
                <a16:creationId xmlns:a16="http://schemas.microsoft.com/office/drawing/2014/main" id="{E3A1E9EE-4670-1948-8BD8-9F846DFD3CC9}"/>
              </a:ext>
            </a:extLst>
          </p:cNvPr>
          <p:cNvSpPr>
            <a:spLocks noGrp="1" noChangeArrowheads="1"/>
          </p:cNvSpPr>
          <p:nvPr>
            <p:ph type="title"/>
          </p:nvPr>
        </p:nvSpPr>
        <p:spPr>
          <a:xfrm>
            <a:off x="1905000" y="304800"/>
            <a:ext cx="8229600" cy="1371600"/>
          </a:xfrm>
        </p:spPr>
        <p:txBody>
          <a:bodyPr/>
          <a:lstStyle/>
          <a:p>
            <a:pPr eaLnBrk="1" hangingPunct="1"/>
            <a:r>
              <a:rPr lang="en-US" altLang="en-US" sz="3200">
                <a:ea typeface="ＭＳ Ｐゴシック" panose="020B0600070205080204" pitchFamily="34" charset="-128"/>
              </a:rPr>
              <a:t>Example 1 (cont).</a:t>
            </a:r>
            <a:br>
              <a:rPr lang="en-US" altLang="en-US" sz="3200">
                <a:ea typeface="ＭＳ Ｐゴシック" panose="020B0600070205080204" pitchFamily="34" charset="-128"/>
              </a:rPr>
            </a:br>
            <a:r>
              <a:rPr lang="en-US" altLang="en-US" sz="2400">
                <a:ea typeface="ＭＳ Ｐゴシック" panose="020B0600070205080204" pitchFamily="34" charset="-128"/>
              </a:rPr>
              <a:t>Let</a:t>
            </a:r>
            <a:r>
              <a:rPr lang="ja-JP" altLang="en-US" sz="2400">
                <a:ea typeface="ＭＳ Ｐゴシック" panose="020B0600070205080204" pitchFamily="34" charset="-128"/>
              </a:rPr>
              <a:t>’</a:t>
            </a:r>
            <a:r>
              <a:rPr lang="en-US" altLang="ja-JP" sz="2400">
                <a:ea typeface="ＭＳ Ｐゴシック" panose="020B0600070205080204" pitchFamily="34" charset="-128"/>
              </a:rPr>
              <a:t>s suppose we modify the original question so that we are going to pick 6 balls. </a:t>
            </a:r>
            <a:endParaRPr lang="en-US" altLang="en-US" sz="2800">
              <a:ea typeface="ＭＳ Ｐゴシック" panose="020B0600070205080204" pitchFamily="34" charset="-128"/>
            </a:endParaRPr>
          </a:p>
        </p:txBody>
      </p:sp>
      <p:sp>
        <p:nvSpPr>
          <p:cNvPr id="29700" name="Rectangle 3">
            <a:extLst>
              <a:ext uri="{FF2B5EF4-FFF2-40B4-BE49-F238E27FC236}">
                <a16:creationId xmlns:a16="http://schemas.microsoft.com/office/drawing/2014/main" id="{3B89CE45-3C09-4343-AAE0-E2439C8074CE}"/>
              </a:ext>
            </a:extLst>
          </p:cNvPr>
          <p:cNvSpPr>
            <a:spLocks noGrp="1" noChangeArrowheads="1"/>
          </p:cNvSpPr>
          <p:nvPr>
            <p:ph type="body" idx="1"/>
          </p:nvPr>
        </p:nvSpPr>
        <p:spPr>
          <a:xfrm>
            <a:off x="1752600" y="2590800"/>
            <a:ext cx="8915400" cy="3962400"/>
          </a:xfrm>
        </p:spPr>
        <p:txBody>
          <a:bodyPr/>
          <a:lstStyle/>
          <a:p>
            <a:pPr eaLnBrk="1" hangingPunct="1"/>
            <a:r>
              <a:rPr lang="en-US" altLang="en-US">
                <a:ea typeface="ＭＳ Ｐゴシック" panose="020B0600070205080204" pitchFamily="34" charset="-128"/>
              </a:rPr>
              <a:t>We can use this equation to find out how many ways there are to pick 6 balls. </a:t>
            </a:r>
          </a:p>
          <a:p>
            <a:pPr eaLnBrk="1" hangingPunct="1"/>
            <a:r>
              <a:rPr lang="en-US" altLang="en-US">
                <a:ea typeface="ＭＳ Ｐゴシック" panose="020B0600070205080204" pitchFamily="34" charset="-128"/>
              </a:rPr>
              <a:t>Since each coefficient represents the number picked, we use the coefficient of 6. (44 ways).</a:t>
            </a:r>
          </a:p>
          <a:p>
            <a:pPr eaLnBrk="1" hangingPunct="1"/>
            <a:r>
              <a:rPr lang="en-US" altLang="en-US">
                <a:ea typeface="ＭＳ Ｐゴシック" panose="020B0600070205080204" pitchFamily="34" charset="-128"/>
              </a:rPr>
              <a:t>Think about what goes into getting a factor of</a:t>
            </a:r>
          </a:p>
          <a:p>
            <a:pPr lvl="2" eaLnBrk="1" hangingPunct="1"/>
            <a:r>
              <a:rPr lang="en-US" altLang="en-US">
                <a:ea typeface="ＭＳ Ｐゴシック" panose="020B0600070205080204" pitchFamily="34" charset="-128"/>
              </a:rPr>
              <a:t>Can have any combination, such as 2 greens, 3 blues, 1 gold:</a:t>
            </a:r>
          </a:p>
          <a:p>
            <a:pPr lvl="3" eaLnBrk="1" hangingPunct="1"/>
            <a:r>
              <a:rPr lang="en-US" altLang="en-US">
                <a:ea typeface="ＭＳ Ｐゴシック" panose="020B0600070205080204" pitchFamily="34" charset="-128"/>
              </a:rPr>
              <a:t>                                   represents that combination.</a:t>
            </a:r>
          </a:p>
        </p:txBody>
      </p:sp>
      <p:grpSp>
        <p:nvGrpSpPr>
          <p:cNvPr id="29701" name="Group 4">
            <a:extLst>
              <a:ext uri="{FF2B5EF4-FFF2-40B4-BE49-F238E27FC236}">
                <a16:creationId xmlns:a16="http://schemas.microsoft.com/office/drawing/2014/main" id="{84E1AA3B-0276-514F-9AB1-45B93688FA2C}"/>
              </a:ext>
            </a:extLst>
          </p:cNvPr>
          <p:cNvGrpSpPr>
            <a:grpSpLocks/>
          </p:cNvGrpSpPr>
          <p:nvPr/>
        </p:nvGrpSpPr>
        <p:grpSpPr bwMode="auto">
          <a:xfrm>
            <a:off x="2362200" y="1676400"/>
            <a:ext cx="7505700" cy="977900"/>
            <a:chOff x="432" y="3072"/>
            <a:chExt cx="4728" cy="616"/>
          </a:xfrm>
        </p:grpSpPr>
        <p:graphicFrame>
          <p:nvGraphicFramePr>
            <p:cNvPr id="29706" name="Object 4">
              <a:extLst>
                <a:ext uri="{FF2B5EF4-FFF2-40B4-BE49-F238E27FC236}">
                  <a16:creationId xmlns:a16="http://schemas.microsoft.com/office/drawing/2014/main" id="{92389F73-E3A4-1A45-BD45-7F06469CF503}"/>
                </a:ext>
              </a:extLst>
            </p:cNvPr>
            <p:cNvGraphicFramePr>
              <a:graphicFrameLocks noChangeAspect="1"/>
            </p:cNvGraphicFramePr>
            <p:nvPr/>
          </p:nvGraphicFramePr>
          <p:xfrm>
            <a:off x="432" y="3072"/>
            <a:ext cx="2768" cy="232"/>
          </p:xfrm>
          <a:graphic>
            <a:graphicData uri="http://schemas.openxmlformats.org/presentationml/2006/ole">
              <mc:AlternateContent xmlns:mc="http://schemas.openxmlformats.org/markup-compatibility/2006">
                <mc:Choice xmlns:v="urn:schemas-microsoft-com:vml" Requires="v">
                  <p:oleObj spid="_x0000_s7170" name="Microsoft Equation 3.0" r:id="rId3" imgW="101231700" imgH="8483600" progId="Equation.3">
                    <p:embed/>
                  </p:oleObj>
                </mc:Choice>
                <mc:Fallback>
                  <p:oleObj name="Microsoft Equation 3.0" r:id="rId3" imgW="101231700" imgH="8483600" progId="Equation.3">
                    <p:embed/>
                    <p:pic>
                      <p:nvPicPr>
                        <p:cNvPr id="29706" name="Object 4">
                          <a:extLst>
                            <a:ext uri="{FF2B5EF4-FFF2-40B4-BE49-F238E27FC236}">
                              <a16:creationId xmlns:a16="http://schemas.microsoft.com/office/drawing/2014/main" id="{92389F73-E3A4-1A45-BD45-7F06469CF50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32" y="3072"/>
                          <a:ext cx="2768" cy="2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graphicFrame>
          <p:nvGraphicFramePr>
            <p:cNvPr id="29707" name="Object 5">
              <a:extLst>
                <a:ext uri="{FF2B5EF4-FFF2-40B4-BE49-F238E27FC236}">
                  <a16:creationId xmlns:a16="http://schemas.microsoft.com/office/drawing/2014/main" id="{AB208284-84E7-C54B-A93A-D95AFC1258F3}"/>
                </a:ext>
              </a:extLst>
            </p:cNvPr>
            <p:cNvGraphicFramePr>
              <a:graphicFrameLocks noChangeAspect="1"/>
            </p:cNvGraphicFramePr>
            <p:nvPr/>
          </p:nvGraphicFramePr>
          <p:xfrm>
            <a:off x="1632" y="3456"/>
            <a:ext cx="3528" cy="232"/>
          </p:xfrm>
          <a:graphic>
            <a:graphicData uri="http://schemas.openxmlformats.org/presentationml/2006/ole">
              <mc:AlternateContent xmlns:mc="http://schemas.openxmlformats.org/markup-compatibility/2006">
                <mc:Choice xmlns:v="urn:schemas-microsoft-com:vml" Requires="v">
                  <p:oleObj spid="_x0000_s7171" name="Microsoft Equation 3.0" r:id="rId5" imgW="129019300" imgH="8483600" progId="Equation.3">
                    <p:embed/>
                  </p:oleObj>
                </mc:Choice>
                <mc:Fallback>
                  <p:oleObj name="Microsoft Equation 3.0" r:id="rId5" imgW="129019300" imgH="8483600" progId="Equation.3">
                    <p:embed/>
                    <p:pic>
                      <p:nvPicPr>
                        <p:cNvPr id="29707" name="Object 5">
                          <a:extLst>
                            <a:ext uri="{FF2B5EF4-FFF2-40B4-BE49-F238E27FC236}">
                              <a16:creationId xmlns:a16="http://schemas.microsoft.com/office/drawing/2014/main" id="{AB208284-84E7-C54B-A93A-D95AFC1258F3}"/>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632" y="3456"/>
                          <a:ext cx="3528" cy="2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grpSp>
      <p:grpSp>
        <p:nvGrpSpPr>
          <p:cNvPr id="29702" name="Group 9">
            <a:extLst>
              <a:ext uri="{FF2B5EF4-FFF2-40B4-BE49-F238E27FC236}">
                <a16:creationId xmlns:a16="http://schemas.microsoft.com/office/drawing/2014/main" id="{479ACB62-F5A6-1345-A8D3-D3B23C2BCEDA}"/>
              </a:ext>
            </a:extLst>
          </p:cNvPr>
          <p:cNvGrpSpPr>
            <a:grpSpLocks/>
          </p:cNvGrpSpPr>
          <p:nvPr/>
        </p:nvGrpSpPr>
        <p:grpSpPr bwMode="auto">
          <a:xfrm>
            <a:off x="3797300" y="4876800"/>
            <a:ext cx="6261100" cy="1270000"/>
            <a:chOff x="1432" y="3072"/>
            <a:chExt cx="3944" cy="800"/>
          </a:xfrm>
        </p:grpSpPr>
        <p:graphicFrame>
          <p:nvGraphicFramePr>
            <p:cNvPr id="29704" name="Object 2">
              <a:extLst>
                <a:ext uri="{FF2B5EF4-FFF2-40B4-BE49-F238E27FC236}">
                  <a16:creationId xmlns:a16="http://schemas.microsoft.com/office/drawing/2014/main" id="{7117F12A-5FFA-2A4E-8D18-96851308AF35}"/>
                </a:ext>
              </a:extLst>
            </p:cNvPr>
            <p:cNvGraphicFramePr>
              <a:graphicFrameLocks noChangeAspect="1"/>
            </p:cNvGraphicFramePr>
            <p:nvPr/>
          </p:nvGraphicFramePr>
          <p:xfrm>
            <a:off x="5184" y="3072"/>
            <a:ext cx="192" cy="232"/>
          </p:xfrm>
          <a:graphic>
            <a:graphicData uri="http://schemas.openxmlformats.org/presentationml/2006/ole">
              <mc:AlternateContent xmlns:mc="http://schemas.openxmlformats.org/markup-compatibility/2006">
                <mc:Choice xmlns:v="urn:schemas-microsoft-com:vml" Requires="v">
                  <p:oleObj spid="_x0000_s7172" name="Microsoft Equation 3.0" r:id="rId7" imgW="7023100" imgH="8483600" progId="Equation.3">
                    <p:embed/>
                  </p:oleObj>
                </mc:Choice>
                <mc:Fallback>
                  <p:oleObj name="Microsoft Equation 3.0" r:id="rId7" imgW="7023100" imgH="8483600" progId="Equation.3">
                    <p:embed/>
                    <p:pic>
                      <p:nvPicPr>
                        <p:cNvPr id="29704" name="Object 2">
                          <a:extLst>
                            <a:ext uri="{FF2B5EF4-FFF2-40B4-BE49-F238E27FC236}">
                              <a16:creationId xmlns:a16="http://schemas.microsoft.com/office/drawing/2014/main" id="{7117F12A-5FFA-2A4E-8D18-96851308AF35}"/>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184" y="3072"/>
                          <a:ext cx="192" cy="2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graphicFrame>
          <p:nvGraphicFramePr>
            <p:cNvPr id="29705" name="Object 3">
              <a:extLst>
                <a:ext uri="{FF2B5EF4-FFF2-40B4-BE49-F238E27FC236}">
                  <a16:creationId xmlns:a16="http://schemas.microsoft.com/office/drawing/2014/main" id="{7B715BF2-5FBB-B34B-A5A7-F9AA0788E20A}"/>
                </a:ext>
              </a:extLst>
            </p:cNvPr>
            <p:cNvGraphicFramePr>
              <a:graphicFrameLocks noChangeAspect="1"/>
            </p:cNvGraphicFramePr>
            <p:nvPr/>
          </p:nvGraphicFramePr>
          <p:xfrm>
            <a:off x="1432" y="3627"/>
            <a:ext cx="1039" cy="245"/>
          </p:xfrm>
          <a:graphic>
            <a:graphicData uri="http://schemas.openxmlformats.org/presentationml/2006/ole">
              <mc:AlternateContent xmlns:mc="http://schemas.openxmlformats.org/markup-compatibility/2006">
                <mc:Choice xmlns:v="urn:schemas-microsoft-com:vml" Requires="v">
                  <p:oleObj spid="_x0000_s7173" name="Equation" r:id="rId9" imgW="914400" imgH="215900" progId="Equation.3">
                    <p:embed/>
                  </p:oleObj>
                </mc:Choice>
                <mc:Fallback>
                  <p:oleObj name="Equation" r:id="rId9" imgW="914400" imgH="215900" progId="Equation.3">
                    <p:embed/>
                    <p:pic>
                      <p:nvPicPr>
                        <p:cNvPr id="29705" name="Object 3">
                          <a:extLst>
                            <a:ext uri="{FF2B5EF4-FFF2-40B4-BE49-F238E27FC236}">
                              <a16:creationId xmlns:a16="http://schemas.microsoft.com/office/drawing/2014/main" id="{7B715BF2-5FBB-B34B-A5A7-F9AA0788E20A}"/>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432" y="3627"/>
                          <a:ext cx="1039" cy="2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grpSp>
    </p:spTree>
    <p:extLst>
      <p:ext uri="{BB962C8B-B14F-4D97-AF65-F5344CB8AC3E}">
        <p14:creationId xmlns:p14="http://schemas.microsoft.com/office/powerpoint/2010/main" val="122487063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4" name="Rectangle 2">
            <a:extLst>
              <a:ext uri="{FF2B5EF4-FFF2-40B4-BE49-F238E27FC236}">
                <a16:creationId xmlns:a16="http://schemas.microsoft.com/office/drawing/2014/main" id="{5BBA72F7-9288-6841-B749-223E317CD7C8}"/>
              </a:ext>
            </a:extLst>
          </p:cNvPr>
          <p:cNvSpPr>
            <a:spLocks noGrp="1" noChangeArrowheads="1"/>
          </p:cNvSpPr>
          <p:nvPr>
            <p:ph type="title"/>
          </p:nvPr>
        </p:nvSpPr>
        <p:spPr>
          <a:xfrm>
            <a:off x="2209800" y="319088"/>
            <a:ext cx="8458200" cy="519112"/>
          </a:xfrm>
        </p:spPr>
        <p:txBody>
          <a:bodyPr>
            <a:normAutofit fontScale="90000"/>
          </a:bodyPr>
          <a:lstStyle/>
          <a:p>
            <a:pPr eaLnBrk="1" hangingPunct="1"/>
            <a:r>
              <a:rPr lang="en-US" altLang="en-US" sz="3200" i="1">
                <a:ea typeface="ＭＳ Ｐゴシック" panose="020B0600070205080204" pitchFamily="34" charset="-128"/>
              </a:rPr>
              <a:t>In General</a:t>
            </a:r>
          </a:p>
        </p:txBody>
      </p:sp>
      <p:sp>
        <p:nvSpPr>
          <p:cNvPr id="30725" name="Rectangle 3">
            <a:extLst>
              <a:ext uri="{FF2B5EF4-FFF2-40B4-BE49-F238E27FC236}">
                <a16:creationId xmlns:a16="http://schemas.microsoft.com/office/drawing/2014/main" id="{858ED263-78D1-C24D-AF59-60F5EF799356}"/>
              </a:ext>
            </a:extLst>
          </p:cNvPr>
          <p:cNvSpPr>
            <a:spLocks noGrp="1" noChangeArrowheads="1"/>
          </p:cNvSpPr>
          <p:nvPr>
            <p:ph type="body" idx="1"/>
          </p:nvPr>
        </p:nvSpPr>
        <p:spPr>
          <a:xfrm>
            <a:off x="2209800" y="1295400"/>
            <a:ext cx="8337550" cy="4800600"/>
          </a:xfrm>
        </p:spPr>
        <p:txBody>
          <a:bodyPr/>
          <a:lstStyle/>
          <a:p>
            <a:pPr eaLnBrk="1" hangingPunct="1"/>
            <a:r>
              <a:rPr lang="en-US" altLang="en-US">
                <a:ea typeface="ＭＳ Ｐゴシック" panose="020B0600070205080204" pitchFamily="34" charset="-128"/>
              </a:rPr>
              <a:t>If                                   </a:t>
            </a:r>
          </a:p>
          <a:p>
            <a:pPr lvl="1" eaLnBrk="1" hangingPunct="1"/>
            <a:r>
              <a:rPr lang="en-US" altLang="en-US">
                <a:ea typeface="ＭＳ Ｐゴシック" panose="020B0600070205080204" pitchFamily="34" charset="-128"/>
              </a:rPr>
              <a:t>You will get a factor: </a:t>
            </a:r>
          </a:p>
          <a:p>
            <a:pPr lvl="1" eaLnBrk="1" hangingPunct="1"/>
            <a:endParaRPr lang="en-US" altLang="en-US">
              <a:ea typeface="ＭＳ Ｐゴシック" panose="020B0600070205080204" pitchFamily="34" charset="-128"/>
            </a:endParaRPr>
          </a:p>
          <a:p>
            <a:pPr lvl="1" eaLnBrk="1" hangingPunct="1"/>
            <a:endParaRPr lang="en-US" altLang="en-US">
              <a:ea typeface="ＭＳ Ｐゴシック" panose="020B0600070205080204" pitchFamily="34" charset="-128"/>
            </a:endParaRPr>
          </a:p>
          <a:p>
            <a:pPr eaLnBrk="1" hangingPunct="1"/>
            <a:endParaRPr lang="en-US" altLang="en-US">
              <a:ea typeface="ＭＳ Ｐゴシック" panose="020B0600070205080204" pitchFamily="34" charset="-128"/>
            </a:endParaRPr>
          </a:p>
          <a:p>
            <a:pPr eaLnBrk="1" hangingPunct="1"/>
            <a:r>
              <a:rPr lang="en-US" altLang="en-US">
                <a:ea typeface="ＭＳ Ｐゴシック" panose="020B0600070205080204" pitchFamily="34" charset="-128"/>
              </a:rPr>
              <a:t>If </a:t>
            </a:r>
          </a:p>
          <a:p>
            <a:pPr lvl="1" eaLnBrk="1" hangingPunct="1"/>
            <a:r>
              <a:rPr lang="en-US" altLang="en-US">
                <a:ea typeface="ＭＳ Ｐゴシック" panose="020B0600070205080204" pitchFamily="34" charset="-128"/>
              </a:rPr>
              <a:t>You will get a factor:</a:t>
            </a:r>
          </a:p>
          <a:p>
            <a:pPr lvl="1" eaLnBrk="1" hangingPunct="1"/>
            <a:endParaRPr lang="en-US" altLang="en-US">
              <a:ea typeface="ＭＳ Ｐゴシック" panose="020B0600070205080204" pitchFamily="34" charset="-128"/>
            </a:endParaRPr>
          </a:p>
          <a:p>
            <a:pPr lvl="1" eaLnBrk="1" hangingPunct="1">
              <a:buFont typeface="Wingdings" pitchFamily="2" charset="2"/>
              <a:buNone/>
            </a:pPr>
            <a:r>
              <a:rPr lang="en-US" altLang="en-US">
                <a:ea typeface="ＭＳ Ｐゴシック" panose="020B0600070205080204" pitchFamily="34" charset="-128"/>
              </a:rPr>
              <a:t>						which continues forever</a:t>
            </a:r>
          </a:p>
        </p:txBody>
      </p:sp>
      <p:grpSp>
        <p:nvGrpSpPr>
          <p:cNvPr id="30726" name="Group 9">
            <a:extLst>
              <a:ext uri="{FF2B5EF4-FFF2-40B4-BE49-F238E27FC236}">
                <a16:creationId xmlns:a16="http://schemas.microsoft.com/office/drawing/2014/main" id="{76EBF05B-1208-9E47-B772-5BB26AEDA9AA}"/>
              </a:ext>
            </a:extLst>
          </p:cNvPr>
          <p:cNvGrpSpPr>
            <a:grpSpLocks/>
          </p:cNvGrpSpPr>
          <p:nvPr/>
        </p:nvGrpSpPr>
        <p:grpSpPr bwMode="auto">
          <a:xfrm>
            <a:off x="3022600" y="1196939"/>
            <a:ext cx="3416300" cy="3784600"/>
            <a:chOff x="1104" y="864"/>
            <a:chExt cx="2152" cy="2384"/>
          </a:xfrm>
        </p:grpSpPr>
        <p:graphicFrame>
          <p:nvGraphicFramePr>
            <p:cNvPr id="30727" name="Object 2">
              <a:extLst>
                <a:ext uri="{FF2B5EF4-FFF2-40B4-BE49-F238E27FC236}">
                  <a16:creationId xmlns:a16="http://schemas.microsoft.com/office/drawing/2014/main" id="{C6D9CADF-2705-F941-BDAD-142D9C5BD974}"/>
                </a:ext>
              </a:extLst>
            </p:cNvPr>
            <p:cNvGraphicFramePr>
              <a:graphicFrameLocks noChangeAspect="1"/>
            </p:cNvGraphicFramePr>
            <p:nvPr/>
          </p:nvGraphicFramePr>
          <p:xfrm>
            <a:off x="1200" y="864"/>
            <a:ext cx="736" cy="240"/>
          </p:xfrm>
          <a:graphic>
            <a:graphicData uri="http://schemas.openxmlformats.org/presentationml/2006/ole">
              <mc:AlternateContent xmlns:mc="http://schemas.openxmlformats.org/markup-compatibility/2006">
                <mc:Choice xmlns:v="urn:schemas-microsoft-com:vml" Requires="v">
                  <p:oleObj spid="_x0000_s8194" name="Microsoft Equation 3.0" r:id="rId3" imgW="26911300" imgH="8775700" progId="Equation.3">
                    <p:embed/>
                  </p:oleObj>
                </mc:Choice>
                <mc:Fallback>
                  <p:oleObj name="Microsoft Equation 3.0" r:id="rId3" imgW="26911300" imgH="8775700" progId="Equation.3">
                    <p:embed/>
                    <p:pic>
                      <p:nvPicPr>
                        <p:cNvPr id="30727" name="Object 2">
                          <a:extLst>
                            <a:ext uri="{FF2B5EF4-FFF2-40B4-BE49-F238E27FC236}">
                              <a16:creationId xmlns:a16="http://schemas.microsoft.com/office/drawing/2014/main" id="{C6D9CADF-2705-F941-BDAD-142D9C5BD97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00" y="864"/>
                          <a:ext cx="736" cy="2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graphicFrame>
          <p:nvGraphicFramePr>
            <p:cNvPr id="30728" name="Object 3">
              <a:extLst>
                <a:ext uri="{FF2B5EF4-FFF2-40B4-BE49-F238E27FC236}">
                  <a16:creationId xmlns:a16="http://schemas.microsoft.com/office/drawing/2014/main" id="{3A77077D-E95B-A644-99E5-727C3801CEBC}"/>
                </a:ext>
              </a:extLst>
            </p:cNvPr>
            <p:cNvGraphicFramePr>
              <a:graphicFrameLocks noChangeAspect="1"/>
            </p:cNvGraphicFramePr>
            <p:nvPr/>
          </p:nvGraphicFramePr>
          <p:xfrm>
            <a:off x="2112" y="1392"/>
            <a:ext cx="1008" cy="272"/>
          </p:xfrm>
          <a:graphic>
            <a:graphicData uri="http://schemas.openxmlformats.org/presentationml/2006/ole">
              <mc:AlternateContent xmlns:mc="http://schemas.openxmlformats.org/markup-compatibility/2006">
                <mc:Choice xmlns:v="urn:schemas-microsoft-com:vml" Requires="v">
                  <p:oleObj spid="_x0000_s8195" name="Microsoft Equation 3.0" r:id="rId5" imgW="36868100" imgH="9944100" progId="Equation.3">
                    <p:embed/>
                  </p:oleObj>
                </mc:Choice>
                <mc:Fallback>
                  <p:oleObj name="Microsoft Equation 3.0" r:id="rId5" imgW="36868100" imgH="9944100" progId="Equation.3">
                    <p:embed/>
                    <p:pic>
                      <p:nvPicPr>
                        <p:cNvPr id="30728" name="Object 3">
                          <a:extLst>
                            <a:ext uri="{FF2B5EF4-FFF2-40B4-BE49-F238E27FC236}">
                              <a16:creationId xmlns:a16="http://schemas.microsoft.com/office/drawing/2014/main" id="{3A77077D-E95B-A644-99E5-727C3801CEBC}"/>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112" y="1392"/>
                          <a:ext cx="1008" cy="2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graphicFrame>
          <p:nvGraphicFramePr>
            <p:cNvPr id="30729" name="Object 4">
              <a:extLst>
                <a:ext uri="{FF2B5EF4-FFF2-40B4-BE49-F238E27FC236}">
                  <a16:creationId xmlns:a16="http://schemas.microsoft.com/office/drawing/2014/main" id="{14AB2DC2-711F-7541-B394-56C60EF1FD6E}"/>
                </a:ext>
              </a:extLst>
            </p:cNvPr>
            <p:cNvGraphicFramePr>
              <a:graphicFrameLocks noChangeAspect="1"/>
            </p:cNvGraphicFramePr>
            <p:nvPr/>
          </p:nvGraphicFramePr>
          <p:xfrm>
            <a:off x="1104" y="2352"/>
            <a:ext cx="432" cy="240"/>
          </p:xfrm>
          <a:graphic>
            <a:graphicData uri="http://schemas.openxmlformats.org/presentationml/2006/ole">
              <mc:AlternateContent xmlns:mc="http://schemas.openxmlformats.org/markup-compatibility/2006">
                <mc:Choice xmlns:v="urn:schemas-microsoft-com:vml" Requires="v">
                  <p:oleObj spid="_x0000_s8196" name="Microsoft Equation 3.0" r:id="rId7" imgW="15798800" imgH="8775700" progId="Equation.3">
                    <p:embed/>
                  </p:oleObj>
                </mc:Choice>
                <mc:Fallback>
                  <p:oleObj name="Microsoft Equation 3.0" r:id="rId7" imgW="15798800" imgH="8775700" progId="Equation.3">
                    <p:embed/>
                    <p:pic>
                      <p:nvPicPr>
                        <p:cNvPr id="30729" name="Object 4">
                          <a:extLst>
                            <a:ext uri="{FF2B5EF4-FFF2-40B4-BE49-F238E27FC236}">
                              <a16:creationId xmlns:a16="http://schemas.microsoft.com/office/drawing/2014/main" id="{14AB2DC2-711F-7541-B394-56C60EF1FD6E}"/>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104" y="2352"/>
                          <a:ext cx="432" cy="2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graphicFrame>
          <p:nvGraphicFramePr>
            <p:cNvPr id="30730" name="Object 5">
              <a:extLst>
                <a:ext uri="{FF2B5EF4-FFF2-40B4-BE49-F238E27FC236}">
                  <a16:creationId xmlns:a16="http://schemas.microsoft.com/office/drawing/2014/main" id="{6AF6BB3D-D7CA-CC4C-A304-06C352FA0DE5}"/>
                </a:ext>
              </a:extLst>
            </p:cNvPr>
            <p:cNvGraphicFramePr>
              <a:graphicFrameLocks noChangeAspect="1"/>
            </p:cNvGraphicFramePr>
            <p:nvPr/>
          </p:nvGraphicFramePr>
          <p:xfrm>
            <a:off x="2112" y="2976"/>
            <a:ext cx="1144" cy="272"/>
          </p:xfrm>
          <a:graphic>
            <a:graphicData uri="http://schemas.openxmlformats.org/presentationml/2006/ole">
              <mc:AlternateContent xmlns:mc="http://schemas.openxmlformats.org/markup-compatibility/2006">
                <mc:Choice xmlns:v="urn:schemas-microsoft-com:vml" Requires="v">
                  <p:oleObj spid="_x0000_s8197" name="Equation" r:id="rId9" imgW="41833800" imgH="9944100" progId="Equation.3">
                    <p:embed/>
                  </p:oleObj>
                </mc:Choice>
                <mc:Fallback>
                  <p:oleObj name="Equation" r:id="rId9" imgW="41833800" imgH="9944100" progId="Equation.3">
                    <p:embed/>
                    <p:pic>
                      <p:nvPicPr>
                        <p:cNvPr id="30730" name="Object 5">
                          <a:extLst>
                            <a:ext uri="{FF2B5EF4-FFF2-40B4-BE49-F238E27FC236}">
                              <a16:creationId xmlns:a16="http://schemas.microsoft.com/office/drawing/2014/main" id="{6AF6BB3D-D7CA-CC4C-A304-06C352FA0DE5}"/>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112" y="2976"/>
                          <a:ext cx="1144" cy="2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grpSp>
    </p:spTree>
    <p:extLst>
      <p:ext uri="{BB962C8B-B14F-4D97-AF65-F5344CB8AC3E}">
        <p14:creationId xmlns:p14="http://schemas.microsoft.com/office/powerpoint/2010/main" val="157917238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7" name="Slide Number Placeholder 4">
            <a:extLst>
              <a:ext uri="{FF2B5EF4-FFF2-40B4-BE49-F238E27FC236}">
                <a16:creationId xmlns:a16="http://schemas.microsoft.com/office/drawing/2014/main" id="{6614E26C-917A-A64F-99E9-8783FD221CE8}"/>
              </a:ext>
            </a:extLst>
          </p:cNvPr>
          <p:cNvSpPr>
            <a:spLocks noGrp="1"/>
          </p:cNvSpPr>
          <p:nvPr>
            <p:ph type="sldNum" sz="quarter" idx="4294967295"/>
          </p:nvPr>
        </p:nvSpPr>
        <p:spPr>
          <a:xfrm>
            <a:off x="4648200" y="6248400"/>
            <a:ext cx="2895600" cy="4572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sz="24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sz="24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sz="24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algn="ctr" eaLnBrk="1" hangingPunct="1"/>
            <a:fld id="{8390E0C0-7D83-1C40-AF48-93F03C95E9D7}" type="slidenum">
              <a:rPr lang="en-US" altLang="en-US" sz="1200">
                <a:latin typeface="Arial Black" panose="020B0604020202020204" pitchFamily="34" charset="0"/>
              </a:rPr>
              <a:pPr algn="ctr" eaLnBrk="1" hangingPunct="1"/>
              <a:t>12</a:t>
            </a:fld>
            <a:endParaRPr lang="en-US" altLang="en-US" sz="1200">
              <a:latin typeface="Arial Black" panose="020B0604020202020204" pitchFamily="34" charset="0"/>
            </a:endParaRPr>
          </a:p>
        </p:txBody>
      </p:sp>
      <p:sp>
        <p:nvSpPr>
          <p:cNvPr id="31748" name="Rectangle 2">
            <a:extLst>
              <a:ext uri="{FF2B5EF4-FFF2-40B4-BE49-F238E27FC236}">
                <a16:creationId xmlns:a16="http://schemas.microsoft.com/office/drawing/2014/main" id="{2F374B07-DAF4-1C4D-9FC1-02358CF266EF}"/>
              </a:ext>
            </a:extLst>
          </p:cNvPr>
          <p:cNvSpPr>
            <a:spLocks noGrp="1" noChangeArrowheads="1"/>
          </p:cNvSpPr>
          <p:nvPr>
            <p:ph type="title"/>
          </p:nvPr>
        </p:nvSpPr>
        <p:spPr>
          <a:xfrm>
            <a:off x="2133601" y="228600"/>
            <a:ext cx="8162925" cy="762000"/>
          </a:xfrm>
        </p:spPr>
        <p:txBody>
          <a:bodyPr/>
          <a:lstStyle/>
          <a:p>
            <a:pPr eaLnBrk="1" hangingPunct="1"/>
            <a:r>
              <a:rPr lang="en-US" altLang="en-US">
                <a:ea typeface="ＭＳ Ｐゴシック" panose="020B0600070205080204" pitchFamily="34" charset="-128"/>
              </a:rPr>
              <a:t>Example 3</a:t>
            </a:r>
          </a:p>
        </p:txBody>
      </p:sp>
      <p:graphicFrame>
        <p:nvGraphicFramePr>
          <p:cNvPr id="31749" name="Object 2">
            <a:extLst>
              <a:ext uri="{FF2B5EF4-FFF2-40B4-BE49-F238E27FC236}">
                <a16:creationId xmlns:a16="http://schemas.microsoft.com/office/drawing/2014/main" id="{8E387E6F-E448-C74B-ACBA-5193A0DEA818}"/>
              </a:ext>
            </a:extLst>
          </p:cNvPr>
          <p:cNvGraphicFramePr>
            <a:graphicFrameLocks noChangeAspect="1"/>
          </p:cNvGraphicFramePr>
          <p:nvPr>
            <p:extLst/>
          </p:nvPr>
        </p:nvGraphicFramePr>
        <p:xfrm>
          <a:off x="3924300" y="3054351"/>
          <a:ext cx="4343400" cy="452437"/>
        </p:xfrm>
        <a:graphic>
          <a:graphicData uri="http://schemas.openxmlformats.org/presentationml/2006/ole">
            <mc:AlternateContent xmlns:mc="http://schemas.openxmlformats.org/markup-compatibility/2006">
              <mc:Choice xmlns:v="urn:schemas-microsoft-com:vml" Requires="v">
                <p:oleObj spid="_x0000_s9218" name="Equation" r:id="rId3" imgW="89814400" imgH="9359900" progId="Equation.DSMT4">
                  <p:embed/>
                </p:oleObj>
              </mc:Choice>
              <mc:Fallback>
                <p:oleObj name="Equation" r:id="rId3" imgW="89814400" imgH="9359900" progId="Equation.DSMT4">
                  <p:embed/>
                  <p:pic>
                    <p:nvPicPr>
                      <p:cNvPr id="31749" name="Object 2">
                        <a:extLst>
                          <a:ext uri="{FF2B5EF4-FFF2-40B4-BE49-F238E27FC236}">
                            <a16:creationId xmlns:a16="http://schemas.microsoft.com/office/drawing/2014/main" id="{8E387E6F-E448-C74B-ACBA-5193A0DEA81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924300" y="3054351"/>
                        <a:ext cx="4343400" cy="452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graphicFrame>
        <p:nvGraphicFramePr>
          <p:cNvPr id="31750" name="Object 3">
            <a:extLst>
              <a:ext uri="{FF2B5EF4-FFF2-40B4-BE49-F238E27FC236}">
                <a16:creationId xmlns:a16="http://schemas.microsoft.com/office/drawing/2014/main" id="{E43A61F8-3B0D-3243-8833-D7E845BCB3BF}"/>
              </a:ext>
            </a:extLst>
          </p:cNvPr>
          <p:cNvGraphicFramePr>
            <a:graphicFrameLocks noChangeAspect="1"/>
          </p:cNvGraphicFramePr>
          <p:nvPr>
            <p:extLst/>
          </p:nvPr>
        </p:nvGraphicFramePr>
        <p:xfrm>
          <a:off x="3482083" y="4276725"/>
          <a:ext cx="5778500" cy="406400"/>
        </p:xfrm>
        <a:graphic>
          <a:graphicData uri="http://schemas.openxmlformats.org/presentationml/2006/ole">
            <mc:AlternateContent xmlns:mc="http://schemas.openxmlformats.org/markup-compatibility/2006">
              <mc:Choice xmlns:v="urn:schemas-microsoft-com:vml" Requires="v">
                <p:oleObj spid="_x0000_s9219" name="Equation" r:id="rId5" imgW="133121400" imgH="9359900" progId="Equation.DSMT4">
                  <p:embed/>
                </p:oleObj>
              </mc:Choice>
              <mc:Fallback>
                <p:oleObj name="Equation" r:id="rId5" imgW="133121400" imgH="9359900" progId="Equation.DSMT4">
                  <p:embed/>
                  <p:pic>
                    <p:nvPicPr>
                      <p:cNvPr id="31750" name="Object 3">
                        <a:extLst>
                          <a:ext uri="{FF2B5EF4-FFF2-40B4-BE49-F238E27FC236}">
                            <a16:creationId xmlns:a16="http://schemas.microsoft.com/office/drawing/2014/main" id="{E43A61F8-3B0D-3243-8833-D7E845BCB3BF}"/>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482083" y="4276725"/>
                        <a:ext cx="5778500" cy="406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grpSp>
        <p:nvGrpSpPr>
          <p:cNvPr id="31751" name="Group 10">
            <a:extLst>
              <a:ext uri="{FF2B5EF4-FFF2-40B4-BE49-F238E27FC236}">
                <a16:creationId xmlns:a16="http://schemas.microsoft.com/office/drawing/2014/main" id="{BCC9E443-9832-F54A-84F4-544585F0C327}"/>
              </a:ext>
            </a:extLst>
          </p:cNvPr>
          <p:cNvGrpSpPr>
            <a:grpSpLocks/>
          </p:cNvGrpSpPr>
          <p:nvPr/>
        </p:nvGrpSpPr>
        <p:grpSpPr bwMode="auto">
          <a:xfrm>
            <a:off x="2730500" y="1700214"/>
            <a:ext cx="6870700" cy="863600"/>
            <a:chOff x="528" y="2064"/>
            <a:chExt cx="4328" cy="544"/>
          </a:xfrm>
        </p:grpSpPr>
        <p:graphicFrame>
          <p:nvGraphicFramePr>
            <p:cNvPr id="31753" name="Object 4">
              <a:extLst>
                <a:ext uri="{FF2B5EF4-FFF2-40B4-BE49-F238E27FC236}">
                  <a16:creationId xmlns:a16="http://schemas.microsoft.com/office/drawing/2014/main" id="{D91A466D-BDFA-0740-AE99-C0D740A70B90}"/>
                </a:ext>
              </a:extLst>
            </p:cNvPr>
            <p:cNvGraphicFramePr>
              <a:graphicFrameLocks noChangeAspect="1"/>
            </p:cNvGraphicFramePr>
            <p:nvPr/>
          </p:nvGraphicFramePr>
          <p:xfrm>
            <a:off x="528" y="2064"/>
            <a:ext cx="1728" cy="240"/>
          </p:xfrm>
          <a:graphic>
            <a:graphicData uri="http://schemas.openxmlformats.org/presentationml/2006/ole">
              <mc:AlternateContent xmlns:mc="http://schemas.openxmlformats.org/markup-compatibility/2006">
                <mc:Choice xmlns:v="urn:schemas-microsoft-com:vml" Requires="v">
                  <p:oleObj spid="_x0000_s9220" name="Equation" r:id="rId7" imgW="63195200" imgH="8775700" progId="Equation.DSMT4">
                    <p:embed/>
                  </p:oleObj>
                </mc:Choice>
                <mc:Fallback>
                  <p:oleObj name="Equation" r:id="rId7" imgW="63195200" imgH="8775700" progId="Equation.DSMT4">
                    <p:embed/>
                    <p:pic>
                      <p:nvPicPr>
                        <p:cNvPr id="31753" name="Object 4">
                          <a:extLst>
                            <a:ext uri="{FF2B5EF4-FFF2-40B4-BE49-F238E27FC236}">
                              <a16:creationId xmlns:a16="http://schemas.microsoft.com/office/drawing/2014/main" id="{D91A466D-BDFA-0740-AE99-C0D740A70B90}"/>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28" y="2064"/>
                          <a:ext cx="1728" cy="2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graphicFrame>
          <p:nvGraphicFramePr>
            <p:cNvPr id="31754" name="Object 5">
              <a:extLst>
                <a:ext uri="{FF2B5EF4-FFF2-40B4-BE49-F238E27FC236}">
                  <a16:creationId xmlns:a16="http://schemas.microsoft.com/office/drawing/2014/main" id="{11B4513F-C78E-2F4F-9B03-B79BEF54EA8C}"/>
                </a:ext>
              </a:extLst>
            </p:cNvPr>
            <p:cNvGraphicFramePr>
              <a:graphicFrameLocks noChangeAspect="1"/>
            </p:cNvGraphicFramePr>
            <p:nvPr/>
          </p:nvGraphicFramePr>
          <p:xfrm>
            <a:off x="2400" y="2064"/>
            <a:ext cx="1080" cy="240"/>
          </p:xfrm>
          <a:graphic>
            <a:graphicData uri="http://schemas.openxmlformats.org/presentationml/2006/ole">
              <mc:AlternateContent xmlns:mc="http://schemas.openxmlformats.org/markup-compatibility/2006">
                <mc:Choice xmlns:v="urn:schemas-microsoft-com:vml" Requires="v">
                  <p:oleObj spid="_x0000_s9221" name="Equation" r:id="rId9" imgW="39497000" imgH="8775700" progId="Equation.DSMT4">
                    <p:embed/>
                  </p:oleObj>
                </mc:Choice>
                <mc:Fallback>
                  <p:oleObj name="Equation" r:id="rId9" imgW="39497000" imgH="8775700" progId="Equation.DSMT4">
                    <p:embed/>
                    <p:pic>
                      <p:nvPicPr>
                        <p:cNvPr id="31754" name="Object 5">
                          <a:extLst>
                            <a:ext uri="{FF2B5EF4-FFF2-40B4-BE49-F238E27FC236}">
                              <a16:creationId xmlns:a16="http://schemas.microsoft.com/office/drawing/2014/main" id="{11B4513F-C78E-2F4F-9B03-B79BEF54EA8C}"/>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400" y="2064"/>
                          <a:ext cx="1080" cy="2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graphicFrame>
          <p:nvGraphicFramePr>
            <p:cNvPr id="31755" name="Object 6">
              <a:extLst>
                <a:ext uri="{FF2B5EF4-FFF2-40B4-BE49-F238E27FC236}">
                  <a16:creationId xmlns:a16="http://schemas.microsoft.com/office/drawing/2014/main" id="{59176D6B-7009-EA42-A636-F24C9881BB17}"/>
                </a:ext>
              </a:extLst>
            </p:cNvPr>
            <p:cNvGraphicFramePr>
              <a:graphicFrameLocks noChangeAspect="1"/>
            </p:cNvGraphicFramePr>
            <p:nvPr/>
          </p:nvGraphicFramePr>
          <p:xfrm>
            <a:off x="3696" y="2064"/>
            <a:ext cx="1160" cy="544"/>
          </p:xfrm>
          <a:graphic>
            <a:graphicData uri="http://schemas.openxmlformats.org/presentationml/2006/ole">
              <mc:AlternateContent xmlns:mc="http://schemas.openxmlformats.org/markup-compatibility/2006">
                <mc:Choice xmlns:v="urn:schemas-microsoft-com:vml" Requires="v">
                  <p:oleObj spid="_x0000_s9222" name="Equation" r:id="rId11" imgW="42418000" imgH="19900900" progId="Equation.3">
                    <p:embed/>
                  </p:oleObj>
                </mc:Choice>
                <mc:Fallback>
                  <p:oleObj name="Equation" r:id="rId11" imgW="42418000" imgH="19900900" progId="Equation.3">
                    <p:embed/>
                    <p:pic>
                      <p:nvPicPr>
                        <p:cNvPr id="31755" name="Object 6">
                          <a:extLst>
                            <a:ext uri="{FF2B5EF4-FFF2-40B4-BE49-F238E27FC236}">
                              <a16:creationId xmlns:a16="http://schemas.microsoft.com/office/drawing/2014/main" id="{59176D6B-7009-EA42-A636-F24C9881BB17}"/>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696" y="2064"/>
                          <a:ext cx="1160" cy="5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grpSp>
    </p:spTree>
    <p:extLst>
      <p:ext uri="{BB962C8B-B14F-4D97-AF65-F5344CB8AC3E}">
        <p14:creationId xmlns:p14="http://schemas.microsoft.com/office/powerpoint/2010/main" val="19062343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1" name="Rectangle 2">
            <a:extLst>
              <a:ext uri="{FF2B5EF4-FFF2-40B4-BE49-F238E27FC236}">
                <a16:creationId xmlns:a16="http://schemas.microsoft.com/office/drawing/2014/main" id="{0F402026-8838-E640-B03C-0154EE07E362}"/>
              </a:ext>
            </a:extLst>
          </p:cNvPr>
          <p:cNvSpPr>
            <a:spLocks noGrp="1" noChangeArrowheads="1"/>
          </p:cNvSpPr>
          <p:nvPr>
            <p:ph type="title"/>
          </p:nvPr>
        </p:nvSpPr>
        <p:spPr>
          <a:xfrm>
            <a:off x="1981200" y="681037"/>
            <a:ext cx="8229600" cy="730250"/>
          </a:xfrm>
        </p:spPr>
        <p:txBody>
          <a:bodyPr/>
          <a:lstStyle/>
          <a:p>
            <a:pPr eaLnBrk="1" hangingPunct="1"/>
            <a:r>
              <a:rPr lang="en-US" altLang="en-US" dirty="0">
                <a:ea typeface="ＭＳ Ｐゴシック" panose="020B0600070205080204" pitchFamily="34" charset="-128"/>
              </a:rPr>
              <a:t>Class Problem 1:</a:t>
            </a:r>
          </a:p>
        </p:txBody>
      </p:sp>
      <p:sp>
        <p:nvSpPr>
          <p:cNvPr id="32772" name="Rectangle 3">
            <a:extLst>
              <a:ext uri="{FF2B5EF4-FFF2-40B4-BE49-F238E27FC236}">
                <a16:creationId xmlns:a16="http://schemas.microsoft.com/office/drawing/2014/main" id="{0E3F9691-FD9F-8A41-AE66-D0A0AA2CF30E}"/>
              </a:ext>
            </a:extLst>
          </p:cNvPr>
          <p:cNvSpPr>
            <a:spLocks noGrp="1" noChangeArrowheads="1"/>
          </p:cNvSpPr>
          <p:nvPr>
            <p:ph type="body" idx="1"/>
          </p:nvPr>
        </p:nvSpPr>
        <p:spPr/>
        <p:txBody>
          <a:bodyPr/>
          <a:lstStyle/>
          <a:p>
            <a:pPr eaLnBrk="1" hangingPunct="1"/>
            <a:r>
              <a:rPr lang="en-US" altLang="en-US">
                <a:ea typeface="ＭＳ Ｐゴシック" panose="020B0600070205080204" pitchFamily="34" charset="-128"/>
              </a:rPr>
              <a:t>Build a generating function for a</a:t>
            </a:r>
            <a:r>
              <a:rPr lang="en-US" altLang="en-US" baseline="-25000">
                <a:ea typeface="ＭＳ Ｐゴシック" panose="020B0600070205080204" pitchFamily="34" charset="-128"/>
              </a:rPr>
              <a:t>r</a:t>
            </a:r>
            <a:r>
              <a:rPr lang="en-US" altLang="en-US">
                <a:ea typeface="ＭＳ Ｐゴシック" panose="020B0600070205080204" pitchFamily="34" charset="-128"/>
              </a:rPr>
              <a:t>, the number of integer solutions to the equation:</a:t>
            </a:r>
          </a:p>
          <a:p>
            <a:pPr eaLnBrk="1" hangingPunct="1"/>
            <a:endParaRPr lang="en-US" altLang="en-US">
              <a:ea typeface="ＭＳ Ｐゴシック" panose="020B0600070205080204" pitchFamily="34" charset="-128"/>
            </a:endParaRPr>
          </a:p>
          <a:p>
            <a:pPr eaLnBrk="1" hangingPunct="1"/>
            <a:endParaRPr lang="en-US" altLang="en-US">
              <a:ea typeface="ＭＳ Ｐゴシック" panose="020B0600070205080204" pitchFamily="34" charset="-128"/>
            </a:endParaRPr>
          </a:p>
          <a:p>
            <a:pPr eaLnBrk="1" hangingPunct="1"/>
            <a:endParaRPr lang="en-US" altLang="en-US">
              <a:ea typeface="ＭＳ Ｐゴシック" panose="020B0600070205080204" pitchFamily="34" charset="-128"/>
            </a:endParaRPr>
          </a:p>
          <a:p>
            <a:pPr eaLnBrk="1" hangingPunct="1">
              <a:buFont typeface="Wingdings" pitchFamily="2" charset="2"/>
              <a:buNone/>
            </a:pPr>
            <a:endParaRPr lang="en-US" altLang="en-US">
              <a:ea typeface="ＭＳ Ｐゴシック" panose="020B0600070205080204" pitchFamily="34" charset="-128"/>
            </a:endParaRPr>
          </a:p>
        </p:txBody>
      </p:sp>
      <p:graphicFrame>
        <p:nvGraphicFramePr>
          <p:cNvPr id="32773" name="Object 2">
            <a:extLst>
              <a:ext uri="{FF2B5EF4-FFF2-40B4-BE49-F238E27FC236}">
                <a16:creationId xmlns:a16="http://schemas.microsoft.com/office/drawing/2014/main" id="{6A3E413D-EF1C-E749-9B19-59C3BD446E60}"/>
              </a:ext>
            </a:extLst>
          </p:cNvPr>
          <p:cNvGraphicFramePr>
            <a:graphicFrameLocks noChangeAspect="1"/>
          </p:cNvGraphicFramePr>
          <p:nvPr>
            <p:extLst/>
          </p:nvPr>
        </p:nvGraphicFramePr>
        <p:xfrm>
          <a:off x="2457450" y="2923382"/>
          <a:ext cx="7162800" cy="855663"/>
        </p:xfrm>
        <a:graphic>
          <a:graphicData uri="http://schemas.openxmlformats.org/presentationml/2006/ole">
            <mc:AlternateContent xmlns:mc="http://schemas.openxmlformats.org/markup-compatibility/2006">
              <mc:Choice xmlns:v="urn:schemas-microsoft-com:vml" Requires="v">
                <p:oleObj spid="_x0000_s10242" name="Equation" r:id="rId3" imgW="74599800" imgH="8775700" progId="Equation.DSMT4">
                  <p:embed/>
                </p:oleObj>
              </mc:Choice>
              <mc:Fallback>
                <p:oleObj name="Equation" r:id="rId3" imgW="74599800" imgH="8775700" progId="Equation.DSMT4">
                  <p:embed/>
                  <p:pic>
                    <p:nvPicPr>
                      <p:cNvPr id="32773" name="Object 2">
                        <a:extLst>
                          <a:ext uri="{FF2B5EF4-FFF2-40B4-BE49-F238E27FC236}">
                            <a16:creationId xmlns:a16="http://schemas.microsoft.com/office/drawing/2014/main" id="{6A3E413D-EF1C-E749-9B19-59C3BD446E6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57450" y="2923382"/>
                        <a:ext cx="7162800" cy="855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graphicFrame>
        <p:nvGraphicFramePr>
          <p:cNvPr id="92166" name="Object 3">
            <a:extLst>
              <a:ext uri="{FF2B5EF4-FFF2-40B4-BE49-F238E27FC236}">
                <a16:creationId xmlns:a16="http://schemas.microsoft.com/office/drawing/2014/main" id="{94EAC531-D00F-9D4C-8A3A-348206CC8D24}"/>
              </a:ext>
            </a:extLst>
          </p:cNvPr>
          <p:cNvGraphicFramePr>
            <a:graphicFrameLocks noChangeAspect="1"/>
          </p:cNvGraphicFramePr>
          <p:nvPr>
            <p:extLst/>
          </p:nvPr>
        </p:nvGraphicFramePr>
        <p:xfrm>
          <a:off x="2952750" y="4223940"/>
          <a:ext cx="6286500" cy="754063"/>
        </p:xfrm>
        <a:graphic>
          <a:graphicData uri="http://schemas.openxmlformats.org/presentationml/2006/ole">
            <mc:AlternateContent xmlns:mc="http://schemas.openxmlformats.org/markup-compatibility/2006">
              <mc:Choice xmlns:v="urn:schemas-microsoft-com:vml" Requires="v">
                <p:oleObj spid="_x0000_s10243" name="Equation" r:id="rId5" imgW="78117700" imgH="9359900" progId="Equation.3">
                  <p:embed/>
                </p:oleObj>
              </mc:Choice>
              <mc:Fallback>
                <p:oleObj name="Equation" r:id="rId5" imgW="78117700" imgH="9359900" progId="Equation.3">
                  <p:embed/>
                  <p:pic>
                    <p:nvPicPr>
                      <p:cNvPr id="92166" name="Object 3">
                        <a:extLst>
                          <a:ext uri="{FF2B5EF4-FFF2-40B4-BE49-F238E27FC236}">
                            <a16:creationId xmlns:a16="http://schemas.microsoft.com/office/drawing/2014/main" id="{94EAC531-D00F-9D4C-8A3A-348206CC8D24}"/>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952750" y="4223940"/>
                        <a:ext cx="6286500" cy="7540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spTree>
    <p:extLst>
      <p:ext uri="{BB962C8B-B14F-4D97-AF65-F5344CB8AC3E}">
        <p14:creationId xmlns:p14="http://schemas.microsoft.com/office/powerpoint/2010/main" val="122831189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92166"/>
                                        </p:tgtEl>
                                        <p:attrNameLst>
                                          <p:attrName>style.visibility</p:attrName>
                                        </p:attrNameLst>
                                      </p:cBhvr>
                                      <p:to>
                                        <p:strVal val="visible"/>
                                      </p:to>
                                    </p:set>
                                    <p:anim calcmode="lin" valueType="num">
                                      <p:cBhvr additive="base">
                                        <p:cTn id="7" dur="500" fill="hold"/>
                                        <p:tgtEl>
                                          <p:spTgt spid="92166"/>
                                        </p:tgtEl>
                                        <p:attrNameLst>
                                          <p:attrName>ppt_x</p:attrName>
                                        </p:attrNameLst>
                                      </p:cBhvr>
                                      <p:tavLst>
                                        <p:tav tm="0">
                                          <p:val>
                                            <p:strVal val="0-#ppt_w/2"/>
                                          </p:val>
                                        </p:tav>
                                        <p:tav tm="100000">
                                          <p:val>
                                            <p:strVal val="#ppt_x"/>
                                          </p:val>
                                        </p:tav>
                                      </p:tavLst>
                                    </p:anim>
                                    <p:anim calcmode="lin" valueType="num">
                                      <p:cBhvr additive="base">
                                        <p:cTn id="8" dur="500" fill="hold"/>
                                        <p:tgtEl>
                                          <p:spTgt spid="9216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5" name="Rectangle 2">
            <a:extLst>
              <a:ext uri="{FF2B5EF4-FFF2-40B4-BE49-F238E27FC236}">
                <a16:creationId xmlns:a16="http://schemas.microsoft.com/office/drawing/2014/main" id="{884FEAAA-BBC9-FE45-877F-11BF70A19CCC}"/>
              </a:ext>
            </a:extLst>
          </p:cNvPr>
          <p:cNvSpPr>
            <a:spLocks noGrp="1" noChangeArrowheads="1"/>
          </p:cNvSpPr>
          <p:nvPr>
            <p:ph type="title"/>
          </p:nvPr>
        </p:nvSpPr>
        <p:spPr>
          <a:xfrm>
            <a:off x="1981200" y="1098550"/>
            <a:ext cx="8229600" cy="730250"/>
          </a:xfrm>
        </p:spPr>
        <p:txBody>
          <a:bodyPr/>
          <a:lstStyle/>
          <a:p>
            <a:pPr eaLnBrk="1" hangingPunct="1"/>
            <a:r>
              <a:rPr lang="en-US" altLang="en-US">
                <a:ea typeface="ＭＳ Ｐゴシック" panose="020B0600070205080204" pitchFamily="34" charset="-128"/>
              </a:rPr>
              <a:t>Class Problem 2:</a:t>
            </a:r>
          </a:p>
        </p:txBody>
      </p:sp>
      <p:sp>
        <p:nvSpPr>
          <p:cNvPr id="33796" name="Rectangle 3">
            <a:extLst>
              <a:ext uri="{FF2B5EF4-FFF2-40B4-BE49-F238E27FC236}">
                <a16:creationId xmlns:a16="http://schemas.microsoft.com/office/drawing/2014/main" id="{9BBAC451-C24F-AD4B-A74F-E2CB2C10554D}"/>
              </a:ext>
            </a:extLst>
          </p:cNvPr>
          <p:cNvSpPr>
            <a:spLocks noGrp="1" noChangeArrowheads="1"/>
          </p:cNvSpPr>
          <p:nvPr>
            <p:ph type="body" idx="1"/>
          </p:nvPr>
        </p:nvSpPr>
        <p:spPr/>
        <p:txBody>
          <a:bodyPr/>
          <a:lstStyle/>
          <a:p>
            <a:pPr eaLnBrk="1" hangingPunct="1"/>
            <a:r>
              <a:rPr lang="en-US" altLang="en-US">
                <a:ea typeface="ＭＳ Ｐゴシック" panose="020B0600070205080204" pitchFamily="34" charset="-128"/>
              </a:rPr>
              <a:t>Build a generating function for a</a:t>
            </a:r>
            <a:r>
              <a:rPr lang="en-US" altLang="en-US" baseline="-25000">
                <a:ea typeface="ＭＳ Ｐゴシック" panose="020B0600070205080204" pitchFamily="34" charset="-128"/>
              </a:rPr>
              <a:t>r</a:t>
            </a:r>
            <a:r>
              <a:rPr lang="en-US" altLang="en-US">
                <a:ea typeface="ＭＳ Ｐゴシック" panose="020B0600070205080204" pitchFamily="34" charset="-128"/>
              </a:rPr>
              <a:t>, the number of r selections from a pile of:</a:t>
            </a:r>
          </a:p>
          <a:p>
            <a:pPr eaLnBrk="1" hangingPunct="1"/>
            <a:r>
              <a:rPr lang="en-US" altLang="en-US">
                <a:ea typeface="ＭＳ Ｐゴシック" panose="020B0600070205080204" pitchFamily="34" charset="-128"/>
              </a:rPr>
              <a:t>Five Jelly beans, three licorice sticks, eight lollipops with at least one of each candy.</a:t>
            </a:r>
          </a:p>
          <a:p>
            <a:pPr eaLnBrk="1" hangingPunct="1">
              <a:buFont typeface="Wingdings" pitchFamily="2" charset="2"/>
              <a:buNone/>
            </a:pPr>
            <a:endParaRPr lang="en-US" altLang="en-US">
              <a:ea typeface="ＭＳ Ｐゴシック" panose="020B0600070205080204" pitchFamily="34" charset="-128"/>
            </a:endParaRPr>
          </a:p>
        </p:txBody>
      </p:sp>
      <p:graphicFrame>
        <p:nvGraphicFramePr>
          <p:cNvPr id="93188" name="Object 2">
            <a:extLst>
              <a:ext uri="{FF2B5EF4-FFF2-40B4-BE49-F238E27FC236}">
                <a16:creationId xmlns:a16="http://schemas.microsoft.com/office/drawing/2014/main" id="{AA9F4D00-543E-3043-9C71-9541F97A253B}"/>
              </a:ext>
            </a:extLst>
          </p:cNvPr>
          <p:cNvGraphicFramePr>
            <a:graphicFrameLocks noChangeAspect="1"/>
          </p:cNvGraphicFramePr>
          <p:nvPr>
            <p:extLst/>
          </p:nvPr>
        </p:nvGraphicFramePr>
        <p:xfrm>
          <a:off x="3757220" y="3333752"/>
          <a:ext cx="4489450" cy="1978025"/>
        </p:xfrm>
        <a:graphic>
          <a:graphicData uri="http://schemas.openxmlformats.org/presentationml/2006/ole">
            <mc:AlternateContent xmlns:mc="http://schemas.openxmlformats.org/markup-compatibility/2006">
              <mc:Choice xmlns:v="urn:schemas-microsoft-com:vml" Requires="v">
                <p:oleObj spid="_x0000_s11266" name="Equation" r:id="rId3" imgW="3340100" imgH="1422400" progId="Equation.3">
                  <p:embed/>
                </p:oleObj>
              </mc:Choice>
              <mc:Fallback>
                <p:oleObj name="Equation" r:id="rId3" imgW="3340100" imgH="1422400" progId="Equation.3">
                  <p:embed/>
                  <p:pic>
                    <p:nvPicPr>
                      <p:cNvPr id="93188" name="Object 2">
                        <a:extLst>
                          <a:ext uri="{FF2B5EF4-FFF2-40B4-BE49-F238E27FC236}">
                            <a16:creationId xmlns:a16="http://schemas.microsoft.com/office/drawing/2014/main" id="{AA9F4D00-543E-3043-9C71-9541F97A253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757220" y="3333752"/>
                        <a:ext cx="4489450" cy="1978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graphicFrame>
        <p:nvGraphicFramePr>
          <p:cNvPr id="93190" name="Object 3">
            <a:extLst>
              <a:ext uri="{FF2B5EF4-FFF2-40B4-BE49-F238E27FC236}">
                <a16:creationId xmlns:a16="http://schemas.microsoft.com/office/drawing/2014/main" id="{EB56710C-65FA-E14D-B9F1-07F577A64CA8}"/>
              </a:ext>
            </a:extLst>
          </p:cNvPr>
          <p:cNvGraphicFramePr>
            <a:graphicFrameLocks noChangeAspect="1"/>
          </p:cNvGraphicFramePr>
          <p:nvPr>
            <p:extLst/>
          </p:nvPr>
        </p:nvGraphicFramePr>
        <p:xfrm>
          <a:off x="1936625" y="5548313"/>
          <a:ext cx="8534400" cy="392113"/>
        </p:xfrm>
        <a:graphic>
          <a:graphicData uri="http://schemas.openxmlformats.org/presentationml/2006/ole">
            <mc:AlternateContent xmlns:mc="http://schemas.openxmlformats.org/markup-compatibility/2006">
              <mc:Choice xmlns:v="urn:schemas-microsoft-com:vml" Requires="v">
                <p:oleObj spid="_x0000_s11267" name="Equation" r:id="rId5" imgW="182880000" imgH="8394700" progId="Equation.3">
                  <p:embed/>
                </p:oleObj>
              </mc:Choice>
              <mc:Fallback>
                <p:oleObj name="Equation" r:id="rId5" imgW="182880000" imgH="8394700" progId="Equation.3">
                  <p:embed/>
                  <p:pic>
                    <p:nvPicPr>
                      <p:cNvPr id="93190" name="Object 3">
                        <a:extLst>
                          <a:ext uri="{FF2B5EF4-FFF2-40B4-BE49-F238E27FC236}">
                            <a16:creationId xmlns:a16="http://schemas.microsoft.com/office/drawing/2014/main" id="{EB56710C-65FA-E14D-B9F1-07F577A64CA8}"/>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936625" y="5548313"/>
                        <a:ext cx="8534400" cy="392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spTree>
    <p:extLst>
      <p:ext uri="{BB962C8B-B14F-4D97-AF65-F5344CB8AC3E}">
        <p14:creationId xmlns:p14="http://schemas.microsoft.com/office/powerpoint/2010/main" val="252544473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93188"/>
                                        </p:tgtEl>
                                        <p:attrNameLst>
                                          <p:attrName>style.visibility</p:attrName>
                                        </p:attrNameLst>
                                      </p:cBhvr>
                                      <p:to>
                                        <p:strVal val="visible"/>
                                      </p:to>
                                    </p:set>
                                    <p:anim calcmode="lin" valueType="num">
                                      <p:cBhvr additive="base">
                                        <p:cTn id="7" dur="500" fill="hold"/>
                                        <p:tgtEl>
                                          <p:spTgt spid="93188"/>
                                        </p:tgtEl>
                                        <p:attrNameLst>
                                          <p:attrName>ppt_x</p:attrName>
                                        </p:attrNameLst>
                                      </p:cBhvr>
                                      <p:tavLst>
                                        <p:tav tm="0">
                                          <p:val>
                                            <p:strVal val="0-#ppt_w/2"/>
                                          </p:val>
                                        </p:tav>
                                        <p:tav tm="100000">
                                          <p:val>
                                            <p:strVal val="#ppt_x"/>
                                          </p:val>
                                        </p:tav>
                                      </p:tavLst>
                                    </p:anim>
                                    <p:anim calcmode="lin" valueType="num">
                                      <p:cBhvr additive="base">
                                        <p:cTn id="8" dur="500" fill="hold"/>
                                        <p:tgtEl>
                                          <p:spTgt spid="93188"/>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93190"/>
                                        </p:tgtEl>
                                        <p:attrNameLst>
                                          <p:attrName>style.visibility</p:attrName>
                                        </p:attrNameLst>
                                      </p:cBhvr>
                                      <p:to>
                                        <p:strVal val="visible"/>
                                      </p:to>
                                    </p:set>
                                    <p:anim calcmode="lin" valueType="num">
                                      <p:cBhvr additive="base">
                                        <p:cTn id="13" dur="500" fill="hold"/>
                                        <p:tgtEl>
                                          <p:spTgt spid="93190"/>
                                        </p:tgtEl>
                                        <p:attrNameLst>
                                          <p:attrName>ppt_x</p:attrName>
                                        </p:attrNameLst>
                                      </p:cBhvr>
                                      <p:tavLst>
                                        <p:tav tm="0">
                                          <p:val>
                                            <p:strVal val="#ppt_x"/>
                                          </p:val>
                                        </p:tav>
                                        <p:tav tm="100000">
                                          <p:val>
                                            <p:strVal val="#ppt_x"/>
                                          </p:val>
                                        </p:tav>
                                      </p:tavLst>
                                    </p:anim>
                                    <p:anim calcmode="lin" valueType="num">
                                      <p:cBhvr additive="base">
                                        <p:cTn id="14" dur="500" fill="hold"/>
                                        <p:tgtEl>
                                          <p:spTgt spid="9319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Rectangle 2">
            <a:extLst>
              <a:ext uri="{FF2B5EF4-FFF2-40B4-BE49-F238E27FC236}">
                <a16:creationId xmlns:a16="http://schemas.microsoft.com/office/drawing/2014/main" id="{C3977AB3-E5D2-BB4A-A748-95C166E1DEA6}"/>
              </a:ext>
            </a:extLst>
          </p:cNvPr>
          <p:cNvSpPr>
            <a:spLocks noGrp="1" noChangeArrowheads="1"/>
          </p:cNvSpPr>
          <p:nvPr>
            <p:ph type="title"/>
          </p:nvPr>
        </p:nvSpPr>
        <p:spPr>
          <a:xfrm>
            <a:off x="1981200" y="1098550"/>
            <a:ext cx="8229600" cy="730250"/>
          </a:xfrm>
        </p:spPr>
        <p:txBody>
          <a:bodyPr/>
          <a:lstStyle/>
          <a:p>
            <a:pPr eaLnBrk="1" hangingPunct="1"/>
            <a:r>
              <a:rPr lang="en-US" altLang="en-US">
                <a:ea typeface="ＭＳ Ｐゴシック" panose="020B0600070205080204" pitchFamily="34" charset="-128"/>
              </a:rPr>
              <a:t>Class Problem :</a:t>
            </a:r>
          </a:p>
        </p:txBody>
      </p:sp>
      <p:sp>
        <p:nvSpPr>
          <p:cNvPr id="34820" name="Rectangle 3">
            <a:extLst>
              <a:ext uri="{FF2B5EF4-FFF2-40B4-BE49-F238E27FC236}">
                <a16:creationId xmlns:a16="http://schemas.microsoft.com/office/drawing/2014/main" id="{9DA47CCC-F288-DB4F-BB8C-A223436D7576}"/>
              </a:ext>
            </a:extLst>
          </p:cNvPr>
          <p:cNvSpPr>
            <a:spLocks noGrp="1" noChangeArrowheads="1"/>
          </p:cNvSpPr>
          <p:nvPr>
            <p:ph type="body" idx="1"/>
          </p:nvPr>
        </p:nvSpPr>
        <p:spPr/>
        <p:txBody>
          <a:bodyPr/>
          <a:lstStyle/>
          <a:p>
            <a:pPr eaLnBrk="1" hangingPunct="1"/>
            <a:r>
              <a:rPr lang="en-US" altLang="en-US" dirty="0">
                <a:ea typeface="ＭＳ Ｐゴシック" panose="020B0600070205080204" pitchFamily="34" charset="-128"/>
              </a:rPr>
              <a:t>Build a generating function for the number of integer solutions to: </a:t>
            </a:r>
          </a:p>
          <a:p>
            <a:pPr eaLnBrk="1" hangingPunct="1">
              <a:buFontTx/>
              <a:buNone/>
            </a:pPr>
            <a:r>
              <a:rPr lang="en-US" altLang="en-US" i="1" dirty="0">
                <a:ea typeface="ＭＳ Ｐゴシック" panose="020B0600070205080204" pitchFamily="34" charset="-128"/>
              </a:rPr>
              <a:t>      e</a:t>
            </a:r>
            <a:r>
              <a:rPr lang="en-US" altLang="en-US" i="1" baseline="-25000" dirty="0">
                <a:ea typeface="ＭＳ Ｐゴシック" panose="020B0600070205080204" pitchFamily="34" charset="-128"/>
              </a:rPr>
              <a:t>1</a:t>
            </a:r>
            <a:r>
              <a:rPr lang="en-US" altLang="en-US" i="1" dirty="0">
                <a:ea typeface="ＭＳ Ｐゴシック" panose="020B0600070205080204" pitchFamily="34" charset="-128"/>
              </a:rPr>
              <a:t> +e</a:t>
            </a:r>
            <a:r>
              <a:rPr lang="en-US" altLang="en-US" i="1" baseline="-25000" dirty="0">
                <a:ea typeface="ＭＳ Ｐゴシック" panose="020B0600070205080204" pitchFamily="34" charset="-128"/>
              </a:rPr>
              <a:t>2</a:t>
            </a:r>
            <a:r>
              <a:rPr lang="en-US" altLang="en-US" i="1" dirty="0">
                <a:ea typeface="ＭＳ Ｐゴシック" panose="020B0600070205080204" pitchFamily="34" charset="-128"/>
              </a:rPr>
              <a:t> +e</a:t>
            </a:r>
            <a:r>
              <a:rPr lang="en-US" altLang="en-US" i="1" baseline="-25000" dirty="0">
                <a:ea typeface="ＭＳ Ｐゴシック" panose="020B0600070205080204" pitchFamily="34" charset="-128"/>
              </a:rPr>
              <a:t>3</a:t>
            </a:r>
            <a:r>
              <a:rPr lang="en-US" altLang="en-US" i="1" dirty="0">
                <a:ea typeface="ＭＳ Ｐゴシック" panose="020B0600070205080204" pitchFamily="34" charset="-128"/>
              </a:rPr>
              <a:t> +e</a:t>
            </a:r>
            <a:r>
              <a:rPr lang="en-US" altLang="en-US" i="1" baseline="-25000" dirty="0">
                <a:ea typeface="ＭＳ Ｐゴシック" panose="020B0600070205080204" pitchFamily="34" charset="-128"/>
              </a:rPr>
              <a:t>4</a:t>
            </a:r>
            <a:r>
              <a:rPr lang="en-US" altLang="en-US" i="1" dirty="0">
                <a:ea typeface="ＭＳ Ｐゴシック" panose="020B0600070205080204" pitchFamily="34" charset="-128"/>
              </a:rPr>
              <a:t> = r, 0 ≤ e</a:t>
            </a:r>
            <a:r>
              <a:rPr lang="en-US" altLang="en-US" i="1" baseline="-25000" dirty="0">
                <a:ea typeface="ＭＳ Ｐゴシック" panose="020B0600070205080204" pitchFamily="34" charset="-128"/>
              </a:rPr>
              <a:t>1</a:t>
            </a:r>
            <a:r>
              <a:rPr lang="en-US" altLang="en-US" i="1" dirty="0">
                <a:ea typeface="ＭＳ Ｐゴシック" panose="020B0600070205080204" pitchFamily="34" charset="-128"/>
              </a:rPr>
              <a:t> ≤ e</a:t>
            </a:r>
            <a:r>
              <a:rPr lang="en-US" altLang="en-US" i="1" baseline="-25000" dirty="0">
                <a:ea typeface="ＭＳ Ｐゴシック" panose="020B0600070205080204" pitchFamily="34" charset="-128"/>
              </a:rPr>
              <a:t>2</a:t>
            </a:r>
            <a:r>
              <a:rPr lang="en-US" altLang="en-US" i="1" dirty="0">
                <a:ea typeface="ＭＳ Ｐゴシック" panose="020B0600070205080204" pitchFamily="34" charset="-128"/>
              </a:rPr>
              <a:t> ≤ e</a:t>
            </a:r>
            <a:r>
              <a:rPr lang="en-US" altLang="en-US" i="1" baseline="-25000" dirty="0">
                <a:ea typeface="ＭＳ Ｐゴシック" panose="020B0600070205080204" pitchFamily="34" charset="-128"/>
              </a:rPr>
              <a:t>3</a:t>
            </a:r>
            <a:r>
              <a:rPr lang="en-US" altLang="en-US" i="1" dirty="0">
                <a:ea typeface="ＭＳ Ｐゴシック" panose="020B0600070205080204" pitchFamily="34" charset="-128"/>
              </a:rPr>
              <a:t> ≤ e</a:t>
            </a:r>
            <a:r>
              <a:rPr lang="en-US" altLang="en-US" i="1" baseline="-25000" dirty="0">
                <a:ea typeface="ＭＳ Ｐゴシック" panose="020B0600070205080204" pitchFamily="34" charset="-128"/>
              </a:rPr>
              <a:t>4</a:t>
            </a:r>
            <a:r>
              <a:rPr lang="en-US" altLang="en-US" i="1" dirty="0">
                <a:ea typeface="ＭＳ Ｐゴシック" panose="020B0600070205080204" pitchFamily="34" charset="-128"/>
              </a:rPr>
              <a:t>,</a:t>
            </a:r>
            <a:endParaRPr lang="en-US" altLang="en-US" dirty="0">
              <a:ea typeface="ＭＳ Ｐゴシック" panose="020B0600070205080204" pitchFamily="34" charset="-128"/>
            </a:endParaRPr>
          </a:p>
          <a:p>
            <a:pPr eaLnBrk="1" hangingPunct="1"/>
            <a:endParaRPr lang="en-US" altLang="en-US" dirty="0">
              <a:ea typeface="ＭＳ Ｐゴシック" panose="020B0600070205080204" pitchFamily="34" charset="-128"/>
            </a:endParaRPr>
          </a:p>
          <a:p>
            <a:pPr eaLnBrk="1" hangingPunct="1"/>
            <a:endParaRPr lang="en-US" altLang="en-US" dirty="0">
              <a:ea typeface="ＭＳ Ｐゴシック" panose="020B0600070205080204" pitchFamily="34" charset="-128"/>
            </a:endParaRPr>
          </a:p>
          <a:p>
            <a:pPr eaLnBrk="1" hangingPunct="1"/>
            <a:endParaRPr lang="en-US" altLang="en-US" dirty="0">
              <a:ea typeface="ＭＳ Ｐゴシック" panose="020B0600070205080204" pitchFamily="34" charset="-128"/>
            </a:endParaRPr>
          </a:p>
          <a:p>
            <a:pPr eaLnBrk="1" hangingPunct="1">
              <a:buFont typeface="Wingdings" pitchFamily="2" charset="2"/>
              <a:buNone/>
            </a:pPr>
            <a:endParaRPr lang="en-US" altLang="en-US" dirty="0">
              <a:ea typeface="ＭＳ Ｐゴシック" panose="020B0600070205080204" pitchFamily="34" charset="-128"/>
            </a:endParaRPr>
          </a:p>
        </p:txBody>
      </p:sp>
    </p:spTree>
    <p:extLst>
      <p:ext uri="{BB962C8B-B14F-4D97-AF65-F5344CB8AC3E}">
        <p14:creationId xmlns:p14="http://schemas.microsoft.com/office/powerpoint/2010/main" val="122650521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3" name="Rectangle 2">
            <a:extLst>
              <a:ext uri="{FF2B5EF4-FFF2-40B4-BE49-F238E27FC236}">
                <a16:creationId xmlns:a16="http://schemas.microsoft.com/office/drawing/2014/main" id="{AB030E98-E848-E746-A424-0C465DA71507}"/>
              </a:ext>
            </a:extLst>
          </p:cNvPr>
          <p:cNvSpPr>
            <a:spLocks noGrp="1" noChangeArrowheads="1"/>
          </p:cNvSpPr>
          <p:nvPr>
            <p:ph type="title"/>
          </p:nvPr>
        </p:nvSpPr>
        <p:spPr>
          <a:xfrm>
            <a:off x="1904359" y="681037"/>
            <a:ext cx="8229600" cy="730250"/>
          </a:xfrm>
        </p:spPr>
        <p:txBody>
          <a:bodyPr/>
          <a:lstStyle/>
          <a:p>
            <a:pPr eaLnBrk="1" hangingPunct="1"/>
            <a:r>
              <a:rPr lang="en-US" altLang="en-US" dirty="0">
                <a:ea typeface="ＭＳ Ｐゴシック" panose="020B0600070205080204" pitchFamily="34" charset="-128"/>
              </a:rPr>
              <a:t>Class Problem :</a:t>
            </a:r>
          </a:p>
        </p:txBody>
      </p:sp>
      <mc:AlternateContent xmlns:mc="http://schemas.openxmlformats.org/markup-compatibility/2006" xmlns:a14="http://schemas.microsoft.com/office/drawing/2010/main">
        <mc:Choice Requires="a14">
          <p:sp>
            <p:nvSpPr>
              <p:cNvPr id="35844" name="Rectangle 3">
                <a:extLst>
                  <a:ext uri="{FF2B5EF4-FFF2-40B4-BE49-F238E27FC236}">
                    <a16:creationId xmlns:a16="http://schemas.microsoft.com/office/drawing/2014/main" id="{832009CB-F570-B543-8C20-4E52570B2402}"/>
                  </a:ext>
                </a:extLst>
              </p:cNvPr>
              <p:cNvSpPr>
                <a:spLocks noGrp="1" noChangeArrowheads="1"/>
              </p:cNvSpPr>
              <p:nvPr>
                <p:ph type="body" idx="1"/>
              </p:nvPr>
            </p:nvSpPr>
            <p:spPr>
              <a:xfrm>
                <a:off x="838200" y="1825625"/>
                <a:ext cx="10515600" cy="4873126"/>
              </a:xfrm>
            </p:spPr>
            <p:txBody>
              <a:bodyPr>
                <a:normAutofit fontScale="92500" lnSpcReduction="10000"/>
              </a:bodyPr>
              <a:lstStyle/>
              <a:p>
                <a:pPr eaLnBrk="1" hangingPunct="1"/>
                <a:r>
                  <a:rPr lang="en-US" altLang="en-US" dirty="0">
                    <a:ea typeface="ＭＳ Ｐゴシック" panose="020B0600070205080204" pitchFamily="34" charset="-128"/>
                  </a:rPr>
                  <a:t>Build a generating function for the number of integer solutions to: </a:t>
                </a:r>
              </a:p>
              <a:p>
                <a:pPr eaLnBrk="1" hangingPunct="1">
                  <a:buFontTx/>
                  <a:buNone/>
                </a:pPr>
                <a:r>
                  <a:rPr lang="en-US" altLang="en-US" i="1" dirty="0">
                    <a:ea typeface="ＭＳ Ｐゴシック" panose="020B0600070205080204" pitchFamily="34" charset="-128"/>
                  </a:rPr>
                  <a:t>      e</a:t>
                </a:r>
                <a:r>
                  <a:rPr lang="en-US" altLang="en-US" i="1" baseline="-25000" dirty="0">
                    <a:ea typeface="ＭＳ Ｐゴシック" panose="020B0600070205080204" pitchFamily="34" charset="-128"/>
                  </a:rPr>
                  <a:t>1</a:t>
                </a:r>
                <a:r>
                  <a:rPr lang="en-US" altLang="en-US" i="1" dirty="0">
                    <a:ea typeface="ＭＳ Ｐゴシック" panose="020B0600070205080204" pitchFamily="34" charset="-128"/>
                  </a:rPr>
                  <a:t> +e</a:t>
                </a:r>
                <a:r>
                  <a:rPr lang="en-US" altLang="en-US" i="1" baseline="-25000" dirty="0">
                    <a:ea typeface="ＭＳ Ｐゴシック" panose="020B0600070205080204" pitchFamily="34" charset="-128"/>
                  </a:rPr>
                  <a:t>2</a:t>
                </a:r>
                <a:r>
                  <a:rPr lang="en-US" altLang="en-US" i="1" dirty="0">
                    <a:ea typeface="ＭＳ Ｐゴシック" panose="020B0600070205080204" pitchFamily="34" charset="-128"/>
                  </a:rPr>
                  <a:t> +e</a:t>
                </a:r>
                <a:r>
                  <a:rPr lang="en-US" altLang="en-US" i="1" baseline="-25000" dirty="0">
                    <a:ea typeface="ＭＳ Ｐゴシック" panose="020B0600070205080204" pitchFamily="34" charset="-128"/>
                  </a:rPr>
                  <a:t>3</a:t>
                </a:r>
                <a:r>
                  <a:rPr lang="en-US" altLang="en-US" i="1" dirty="0">
                    <a:ea typeface="ＭＳ Ｐゴシック" panose="020B0600070205080204" pitchFamily="34" charset="-128"/>
                  </a:rPr>
                  <a:t> +e</a:t>
                </a:r>
                <a:r>
                  <a:rPr lang="en-US" altLang="en-US" i="1" baseline="-25000" dirty="0">
                    <a:ea typeface="ＭＳ Ｐゴシック" panose="020B0600070205080204" pitchFamily="34" charset="-128"/>
                  </a:rPr>
                  <a:t>4</a:t>
                </a:r>
                <a:r>
                  <a:rPr lang="en-US" altLang="en-US" i="1" dirty="0">
                    <a:ea typeface="ＭＳ Ｐゴシック" panose="020B0600070205080204" pitchFamily="34" charset="-128"/>
                  </a:rPr>
                  <a:t> = r, 0 ≤ e</a:t>
                </a:r>
                <a:r>
                  <a:rPr lang="en-US" altLang="en-US" i="1" baseline="-25000" dirty="0">
                    <a:ea typeface="ＭＳ Ｐゴシック" panose="020B0600070205080204" pitchFamily="34" charset="-128"/>
                  </a:rPr>
                  <a:t>1</a:t>
                </a:r>
                <a:r>
                  <a:rPr lang="en-US" altLang="en-US" i="1" dirty="0">
                    <a:ea typeface="ＭＳ Ｐゴシック" panose="020B0600070205080204" pitchFamily="34" charset="-128"/>
                  </a:rPr>
                  <a:t> ≤ e</a:t>
                </a:r>
                <a:r>
                  <a:rPr lang="en-US" altLang="en-US" i="1" baseline="-25000" dirty="0">
                    <a:ea typeface="ＭＳ Ｐゴシック" panose="020B0600070205080204" pitchFamily="34" charset="-128"/>
                  </a:rPr>
                  <a:t>2</a:t>
                </a:r>
                <a:r>
                  <a:rPr lang="en-US" altLang="en-US" i="1" dirty="0">
                    <a:ea typeface="ＭＳ Ｐゴシック" panose="020B0600070205080204" pitchFamily="34" charset="-128"/>
                  </a:rPr>
                  <a:t> ≤ e</a:t>
                </a:r>
                <a:r>
                  <a:rPr lang="en-US" altLang="en-US" i="1" baseline="-25000" dirty="0">
                    <a:ea typeface="ＭＳ Ｐゴシック" panose="020B0600070205080204" pitchFamily="34" charset="-128"/>
                  </a:rPr>
                  <a:t>3</a:t>
                </a:r>
                <a:r>
                  <a:rPr lang="en-US" altLang="en-US" i="1" dirty="0">
                    <a:ea typeface="ＭＳ Ｐゴシック" panose="020B0600070205080204" pitchFamily="34" charset="-128"/>
                  </a:rPr>
                  <a:t> ≤ e</a:t>
                </a:r>
                <a:r>
                  <a:rPr lang="en-US" altLang="en-US" i="1" baseline="-25000" dirty="0">
                    <a:ea typeface="ＭＳ Ｐゴシック" panose="020B0600070205080204" pitchFamily="34" charset="-128"/>
                  </a:rPr>
                  <a:t>4</a:t>
                </a:r>
                <a:r>
                  <a:rPr lang="en-US" altLang="en-US" i="1" dirty="0">
                    <a:ea typeface="ＭＳ Ｐゴシック" panose="020B0600070205080204" pitchFamily="34" charset="-128"/>
                  </a:rPr>
                  <a:t> ,</a:t>
                </a:r>
              </a:p>
              <a:p>
                <a:pPr eaLnBrk="1" hangingPunct="1">
                  <a:buFontTx/>
                  <a:buNone/>
                </a:pPr>
                <a:r>
                  <a:rPr lang="en-US" altLang="en-US" i="1" dirty="0">
                    <a:ea typeface="ＭＳ Ｐゴシック" panose="020B0600070205080204" pitchFamily="34" charset="-128"/>
                  </a:rPr>
                  <a:t>For e1&lt;=e2, Introducing z2 = e2-e1; 0&lt;=e2-e1 -&gt; 0&lt;=z2</a:t>
                </a:r>
              </a:p>
              <a:p>
                <a:pPr eaLnBrk="1" hangingPunct="1">
                  <a:buFontTx/>
                  <a:buNone/>
                </a:pPr>
                <a:r>
                  <a:rPr lang="en-US" altLang="en-US" dirty="0">
                    <a:ea typeface="ＭＳ Ｐゴシック" panose="020B0600070205080204" pitchFamily="34" charset="-128"/>
                  </a:rPr>
                  <a:t>Let</a:t>
                </a:r>
                <a:r>
                  <a:rPr lang="en-US" altLang="en-US" i="1" dirty="0">
                    <a:ea typeface="ＭＳ Ｐゴシック" panose="020B0600070205080204" pitchFamily="34" charset="-128"/>
                  </a:rPr>
                  <a:t> e</a:t>
                </a:r>
                <a:r>
                  <a:rPr lang="en-US" altLang="en-US" i="1" baseline="-25000" dirty="0">
                    <a:ea typeface="ＭＳ Ｐゴシック" panose="020B0600070205080204" pitchFamily="34" charset="-128"/>
                  </a:rPr>
                  <a:t>1</a:t>
                </a:r>
                <a:r>
                  <a:rPr lang="en-US" altLang="en-US" i="1" dirty="0">
                    <a:ea typeface="ＭＳ Ｐゴシック" panose="020B0600070205080204" pitchFamily="34" charset="-128"/>
                  </a:rPr>
                  <a:t> = z</a:t>
                </a:r>
                <a:r>
                  <a:rPr lang="en-US" altLang="en-US" i="1" baseline="-25000" dirty="0">
                    <a:ea typeface="ＭＳ Ｐゴシック" panose="020B0600070205080204" pitchFamily="34" charset="-128"/>
                  </a:rPr>
                  <a:t>1</a:t>
                </a:r>
                <a:r>
                  <a:rPr lang="en-US" altLang="en-US" i="1" dirty="0">
                    <a:ea typeface="ＭＳ Ｐゴシック" panose="020B0600070205080204" pitchFamily="34" charset="-128"/>
                  </a:rPr>
                  <a:t> ; e</a:t>
                </a:r>
                <a:r>
                  <a:rPr lang="en-US" altLang="en-US" i="1" baseline="-25000" dirty="0">
                    <a:ea typeface="ＭＳ Ｐゴシック" panose="020B0600070205080204" pitchFamily="34" charset="-128"/>
                  </a:rPr>
                  <a:t>2</a:t>
                </a:r>
                <a:r>
                  <a:rPr lang="en-US" altLang="en-US" i="1" dirty="0">
                    <a:ea typeface="ＭＳ Ｐゴシック" panose="020B0600070205080204" pitchFamily="34" charset="-128"/>
                  </a:rPr>
                  <a:t> = e</a:t>
                </a:r>
                <a:r>
                  <a:rPr lang="en-US" altLang="en-US" i="1" baseline="-25000" dirty="0">
                    <a:ea typeface="ＭＳ Ｐゴシック" panose="020B0600070205080204" pitchFamily="34" charset="-128"/>
                  </a:rPr>
                  <a:t>1</a:t>
                </a:r>
                <a:r>
                  <a:rPr lang="en-US" altLang="en-US" i="1" dirty="0">
                    <a:ea typeface="ＭＳ Ｐゴシック" panose="020B0600070205080204" pitchFamily="34" charset="-128"/>
                  </a:rPr>
                  <a:t>+z</a:t>
                </a:r>
                <a:r>
                  <a:rPr lang="en-US" altLang="en-US" i="1" baseline="-25000" dirty="0">
                    <a:ea typeface="ＭＳ Ｐゴシック" panose="020B0600070205080204" pitchFamily="34" charset="-128"/>
                  </a:rPr>
                  <a:t>2</a:t>
                </a:r>
                <a:r>
                  <a:rPr lang="en-US" altLang="en-US" i="1" dirty="0">
                    <a:ea typeface="ＭＳ Ｐゴシック" panose="020B0600070205080204" pitchFamily="34" charset="-128"/>
                  </a:rPr>
                  <a:t> ; e</a:t>
                </a:r>
                <a:r>
                  <a:rPr lang="en-US" altLang="en-US" i="1" baseline="-25000" dirty="0">
                    <a:ea typeface="ＭＳ Ｐゴシック" panose="020B0600070205080204" pitchFamily="34" charset="-128"/>
                  </a:rPr>
                  <a:t>3</a:t>
                </a:r>
                <a:r>
                  <a:rPr lang="en-US" altLang="en-US" i="1" dirty="0">
                    <a:ea typeface="ＭＳ Ｐゴシック" panose="020B0600070205080204" pitchFamily="34" charset="-128"/>
                  </a:rPr>
                  <a:t> = e</a:t>
                </a:r>
                <a:r>
                  <a:rPr lang="en-US" altLang="en-US" i="1" baseline="-25000" dirty="0">
                    <a:ea typeface="ＭＳ Ｐゴシック" panose="020B0600070205080204" pitchFamily="34" charset="-128"/>
                  </a:rPr>
                  <a:t>2</a:t>
                </a:r>
                <a:r>
                  <a:rPr lang="en-US" altLang="en-US" i="1" dirty="0">
                    <a:ea typeface="ＭＳ Ｐゴシック" panose="020B0600070205080204" pitchFamily="34" charset="-128"/>
                  </a:rPr>
                  <a:t>+z</a:t>
                </a:r>
                <a:r>
                  <a:rPr lang="en-US" altLang="en-US" i="1" baseline="-25000" dirty="0">
                    <a:ea typeface="ＭＳ Ｐゴシック" panose="020B0600070205080204" pitchFamily="34" charset="-128"/>
                  </a:rPr>
                  <a:t>3</a:t>
                </a:r>
                <a:r>
                  <a:rPr lang="en-US" altLang="en-US" i="1" dirty="0">
                    <a:ea typeface="ＭＳ Ｐゴシック" panose="020B0600070205080204" pitchFamily="34" charset="-128"/>
                  </a:rPr>
                  <a:t> ; e</a:t>
                </a:r>
                <a:r>
                  <a:rPr lang="en-US" altLang="en-US" i="1" baseline="-25000" dirty="0">
                    <a:ea typeface="ＭＳ Ｐゴシック" panose="020B0600070205080204" pitchFamily="34" charset="-128"/>
                  </a:rPr>
                  <a:t>4</a:t>
                </a:r>
                <a:r>
                  <a:rPr lang="en-US" altLang="en-US" i="1" dirty="0">
                    <a:ea typeface="ＭＳ Ｐゴシック" panose="020B0600070205080204" pitchFamily="34" charset="-128"/>
                  </a:rPr>
                  <a:t>=e</a:t>
                </a:r>
                <a:r>
                  <a:rPr lang="en-US" altLang="en-US" i="1" baseline="-25000" dirty="0">
                    <a:ea typeface="ＭＳ Ｐゴシック" panose="020B0600070205080204" pitchFamily="34" charset="-128"/>
                  </a:rPr>
                  <a:t>3</a:t>
                </a:r>
                <a:r>
                  <a:rPr lang="en-US" altLang="en-US" i="1" dirty="0">
                    <a:ea typeface="ＭＳ Ｐゴシック" panose="020B0600070205080204" pitchFamily="34" charset="-128"/>
                  </a:rPr>
                  <a:t>+z</a:t>
                </a:r>
                <a:r>
                  <a:rPr lang="en-US" altLang="en-US" i="1" baseline="-25000" dirty="0">
                    <a:ea typeface="ＭＳ Ｐゴシック" panose="020B0600070205080204" pitchFamily="34" charset="-128"/>
                  </a:rPr>
                  <a:t>4</a:t>
                </a:r>
              </a:p>
              <a:p>
                <a:pPr eaLnBrk="1" hangingPunct="1">
                  <a:buFontTx/>
                  <a:buNone/>
                </a:pPr>
                <a:r>
                  <a:rPr lang="en-US" altLang="en-US" dirty="0">
                    <a:ea typeface="ＭＳ Ｐゴシック" panose="020B0600070205080204" pitchFamily="34" charset="-128"/>
                  </a:rPr>
                  <a:t>Then r = 4*z</a:t>
                </a:r>
                <a:r>
                  <a:rPr lang="en-US" altLang="en-US" baseline="-25000" dirty="0">
                    <a:ea typeface="ＭＳ Ｐゴシック" panose="020B0600070205080204" pitchFamily="34" charset="-128"/>
                  </a:rPr>
                  <a:t>1</a:t>
                </a:r>
                <a:r>
                  <a:rPr lang="en-US" altLang="en-US" dirty="0">
                    <a:ea typeface="ＭＳ Ｐゴシック" panose="020B0600070205080204" pitchFamily="34" charset="-128"/>
                  </a:rPr>
                  <a:t>+3*z</a:t>
                </a:r>
                <a:r>
                  <a:rPr lang="en-US" altLang="en-US" baseline="-25000" dirty="0">
                    <a:ea typeface="ＭＳ Ｐゴシック" panose="020B0600070205080204" pitchFamily="34" charset="-128"/>
                  </a:rPr>
                  <a:t>2</a:t>
                </a:r>
                <a:r>
                  <a:rPr lang="en-US" altLang="en-US" dirty="0">
                    <a:ea typeface="ＭＳ Ｐゴシック" panose="020B0600070205080204" pitchFamily="34" charset="-128"/>
                  </a:rPr>
                  <a:t>+2*z</a:t>
                </a:r>
                <a:r>
                  <a:rPr lang="en-US" altLang="en-US" baseline="-25000" dirty="0">
                    <a:ea typeface="ＭＳ Ｐゴシック" panose="020B0600070205080204" pitchFamily="34" charset="-128"/>
                  </a:rPr>
                  <a:t>3</a:t>
                </a:r>
                <a:r>
                  <a:rPr lang="en-US" altLang="en-US" dirty="0">
                    <a:ea typeface="ＭＳ Ｐゴシック" panose="020B0600070205080204" pitchFamily="34" charset="-128"/>
                  </a:rPr>
                  <a:t>+z</a:t>
                </a:r>
                <a:r>
                  <a:rPr lang="en-US" altLang="en-US" baseline="-25000" dirty="0">
                    <a:ea typeface="ＭＳ Ｐゴシック" panose="020B0600070205080204" pitchFamily="34" charset="-128"/>
                  </a:rPr>
                  <a:t>4</a:t>
                </a:r>
                <a:r>
                  <a:rPr lang="en-US" altLang="en-US" dirty="0">
                    <a:ea typeface="ＭＳ Ｐゴシック" panose="020B0600070205080204" pitchFamily="34" charset="-128"/>
                  </a:rPr>
                  <a:t> ; 0</a:t>
                </a:r>
                <a:r>
                  <a:rPr lang="en-US" altLang="en-US" i="1" dirty="0">
                    <a:ea typeface="ＭＳ Ｐゴシック" panose="020B0600070205080204" pitchFamily="34" charset="-128"/>
                  </a:rPr>
                  <a:t>≤ </a:t>
                </a:r>
                <a:r>
                  <a:rPr lang="en-US" altLang="en-US" dirty="0">
                    <a:ea typeface="ＭＳ Ｐゴシック" panose="020B0600070205080204" pitchFamily="34" charset="-128"/>
                  </a:rPr>
                  <a:t>z</a:t>
                </a:r>
                <a:r>
                  <a:rPr lang="en-US" altLang="en-US" baseline="-25000" dirty="0">
                    <a:ea typeface="ＭＳ Ｐゴシック" panose="020B0600070205080204" pitchFamily="34" charset="-128"/>
                  </a:rPr>
                  <a:t>1 </a:t>
                </a:r>
                <a:r>
                  <a:rPr lang="en-US" altLang="en-US" dirty="0">
                    <a:ea typeface="ＭＳ Ｐゴシック" panose="020B0600070205080204" pitchFamily="34" charset="-128"/>
                  </a:rPr>
                  <a:t>, z</a:t>
                </a:r>
                <a:r>
                  <a:rPr lang="en-US" altLang="en-US" baseline="-25000" dirty="0">
                    <a:ea typeface="ＭＳ Ｐゴシック" panose="020B0600070205080204" pitchFamily="34" charset="-128"/>
                  </a:rPr>
                  <a:t>2</a:t>
                </a:r>
                <a:r>
                  <a:rPr lang="en-US" altLang="en-US" dirty="0">
                    <a:ea typeface="ＭＳ Ｐゴシック" panose="020B0600070205080204" pitchFamily="34" charset="-128"/>
                  </a:rPr>
                  <a:t> , z</a:t>
                </a:r>
                <a:r>
                  <a:rPr lang="en-US" altLang="en-US" baseline="-25000" dirty="0">
                    <a:ea typeface="ＭＳ Ｐゴシック" panose="020B0600070205080204" pitchFamily="34" charset="-128"/>
                  </a:rPr>
                  <a:t>3</a:t>
                </a:r>
                <a:r>
                  <a:rPr lang="en-US" altLang="en-US" dirty="0">
                    <a:ea typeface="ＭＳ Ｐゴシック" panose="020B0600070205080204" pitchFamily="34" charset="-128"/>
                  </a:rPr>
                  <a:t> , z</a:t>
                </a:r>
                <a:r>
                  <a:rPr lang="en-US" altLang="en-US" baseline="-25000" dirty="0">
                    <a:ea typeface="ＭＳ Ｐゴシック" panose="020B0600070205080204" pitchFamily="34" charset="-128"/>
                  </a:rPr>
                  <a:t>4</a:t>
                </a:r>
                <a:r>
                  <a:rPr lang="en-US" altLang="en-US" dirty="0">
                    <a:ea typeface="ＭＳ Ｐゴシック" panose="020B0600070205080204" pitchFamily="34" charset="-128"/>
                  </a:rPr>
                  <a:t> </a:t>
                </a:r>
                <a:endParaRPr lang="en-US" altLang="en-US" baseline="-25000" dirty="0">
                  <a:ea typeface="ＭＳ Ｐゴシック" panose="020B0600070205080204" pitchFamily="34" charset="-128"/>
                </a:endParaRPr>
              </a:p>
              <a:p>
                <a:pPr eaLnBrk="1" hangingPunct="1">
                  <a:buFontTx/>
                  <a:buNone/>
                </a:pPr>
                <a:endParaRPr lang="en-US" altLang="en-US" baseline="-25000" dirty="0">
                  <a:ea typeface="ＭＳ Ｐゴシック" panose="020B0600070205080204" pitchFamily="34" charset="-128"/>
                </a:endParaRPr>
              </a:p>
              <a:p>
                <a:pPr eaLnBrk="1" hangingPunct="1">
                  <a:buFontTx/>
                  <a:buNone/>
                </a:pPr>
                <a:endParaRPr lang="en-US" altLang="en-US" baseline="-25000" dirty="0">
                  <a:ea typeface="ＭＳ Ｐゴシック" panose="020B0600070205080204" pitchFamily="34" charset="-128"/>
                </a:endParaRPr>
              </a:p>
              <a:p>
                <a:pPr eaLnBrk="1" hangingPunct="1"/>
                <a14:m>
                  <m:oMath xmlns:m="http://schemas.openxmlformats.org/officeDocument/2006/math">
                    <m:r>
                      <a:rPr lang="en-US" altLang="en-US" b="0" i="1" smtClean="0">
                        <a:latin typeface="Cambria Math" panose="02040503050406030204" pitchFamily="18" charset="0"/>
                        <a:ea typeface="ＭＳ Ｐゴシック" panose="020B0600070205080204" pitchFamily="34" charset="-128"/>
                      </a:rPr>
                      <m:t>𝑒</m:t>
                    </m:r>
                    <m:r>
                      <a:rPr lang="en-US" altLang="en-US" b="0" i="1" smtClean="0">
                        <a:latin typeface="Cambria Math" panose="02040503050406030204" pitchFamily="18" charset="0"/>
                        <a:ea typeface="ＭＳ Ｐゴシック" panose="020B0600070205080204" pitchFamily="34" charset="-128"/>
                      </a:rPr>
                      <m:t>1=</m:t>
                    </m:r>
                    <m:r>
                      <a:rPr lang="en-US" altLang="en-US" b="0" i="1" smtClean="0">
                        <a:latin typeface="Cambria Math" panose="02040503050406030204" pitchFamily="18" charset="0"/>
                        <a:ea typeface="ＭＳ Ｐゴシック" panose="020B0600070205080204" pitchFamily="34" charset="-128"/>
                      </a:rPr>
                      <m:t>𝑧</m:t>
                    </m:r>
                    <m:r>
                      <a:rPr lang="en-US" altLang="en-US" b="0" i="1" smtClean="0">
                        <a:latin typeface="Cambria Math" panose="02040503050406030204" pitchFamily="18" charset="0"/>
                        <a:ea typeface="ＭＳ Ｐゴシック" panose="020B0600070205080204" pitchFamily="34" charset="-128"/>
                      </a:rPr>
                      <m:t>1, </m:t>
                    </m:r>
                    <m:r>
                      <a:rPr lang="en-US" altLang="en-US" b="0" i="1" smtClean="0">
                        <a:latin typeface="Cambria Math" panose="02040503050406030204" pitchFamily="18" charset="0"/>
                        <a:ea typeface="ＭＳ Ｐゴシック" panose="020B0600070205080204" pitchFamily="34" charset="-128"/>
                      </a:rPr>
                      <m:t>𝑒</m:t>
                    </m:r>
                    <m:r>
                      <a:rPr lang="en-US" altLang="en-US" b="0" i="1" smtClean="0">
                        <a:latin typeface="Cambria Math" panose="02040503050406030204" pitchFamily="18" charset="0"/>
                        <a:ea typeface="ＭＳ Ｐゴシック" panose="020B0600070205080204" pitchFamily="34" charset="-128"/>
                      </a:rPr>
                      <m:t>2=</m:t>
                    </m:r>
                    <m:r>
                      <a:rPr lang="en-US" altLang="en-US" b="0" i="1" smtClean="0">
                        <a:latin typeface="Cambria Math" panose="02040503050406030204" pitchFamily="18" charset="0"/>
                        <a:ea typeface="ＭＳ Ｐゴシック" panose="020B0600070205080204" pitchFamily="34" charset="-128"/>
                      </a:rPr>
                      <m:t>𝑒</m:t>
                    </m:r>
                    <m:r>
                      <a:rPr lang="en-US" altLang="en-US" b="0" i="1" smtClean="0">
                        <a:latin typeface="Cambria Math" panose="02040503050406030204" pitchFamily="18" charset="0"/>
                        <a:ea typeface="ＭＳ Ｐゴシック" panose="020B0600070205080204" pitchFamily="34" charset="-128"/>
                      </a:rPr>
                      <m:t>1+</m:t>
                    </m:r>
                    <m:r>
                      <a:rPr lang="en-US" altLang="en-US" b="0" i="1" smtClean="0">
                        <a:latin typeface="Cambria Math" panose="02040503050406030204" pitchFamily="18" charset="0"/>
                        <a:ea typeface="ＭＳ Ｐゴシック" panose="020B0600070205080204" pitchFamily="34" charset="-128"/>
                      </a:rPr>
                      <m:t>𝑧</m:t>
                    </m:r>
                    <m:r>
                      <a:rPr lang="en-US" altLang="en-US" b="0" i="1" smtClean="0">
                        <a:latin typeface="Cambria Math" panose="02040503050406030204" pitchFamily="18" charset="0"/>
                        <a:ea typeface="ＭＳ Ｐゴシック" panose="020B0600070205080204" pitchFamily="34" charset="-128"/>
                      </a:rPr>
                      <m:t>2=</m:t>
                    </m:r>
                    <m:r>
                      <a:rPr lang="en-US" altLang="en-US" b="0" i="1" smtClean="0">
                        <a:latin typeface="Cambria Math" panose="02040503050406030204" pitchFamily="18" charset="0"/>
                        <a:ea typeface="ＭＳ Ｐゴシック" panose="020B0600070205080204" pitchFamily="34" charset="-128"/>
                      </a:rPr>
                      <m:t>𝑧</m:t>
                    </m:r>
                    <m:r>
                      <a:rPr lang="en-US" altLang="en-US" b="0" i="1" smtClean="0">
                        <a:latin typeface="Cambria Math" panose="02040503050406030204" pitchFamily="18" charset="0"/>
                        <a:ea typeface="ＭＳ Ｐゴシック" panose="020B0600070205080204" pitchFamily="34" charset="-128"/>
                      </a:rPr>
                      <m:t>1+</m:t>
                    </m:r>
                    <m:r>
                      <a:rPr lang="en-US" altLang="en-US" b="0" i="1" smtClean="0">
                        <a:latin typeface="Cambria Math" panose="02040503050406030204" pitchFamily="18" charset="0"/>
                        <a:ea typeface="ＭＳ Ｐゴシック" panose="020B0600070205080204" pitchFamily="34" charset="-128"/>
                      </a:rPr>
                      <m:t>𝑧</m:t>
                    </m:r>
                    <m:r>
                      <a:rPr lang="en-US" altLang="en-US" b="0" i="1" smtClean="0">
                        <a:latin typeface="Cambria Math" panose="02040503050406030204" pitchFamily="18" charset="0"/>
                        <a:ea typeface="ＭＳ Ｐゴシック" panose="020B0600070205080204" pitchFamily="34" charset="-128"/>
                      </a:rPr>
                      <m:t>2, </m:t>
                    </m:r>
                    <m:r>
                      <a:rPr lang="en-US" altLang="en-US" b="0" i="1" smtClean="0">
                        <a:latin typeface="Cambria Math" panose="02040503050406030204" pitchFamily="18" charset="0"/>
                        <a:ea typeface="ＭＳ Ｐゴシック" panose="020B0600070205080204" pitchFamily="34" charset="-128"/>
                      </a:rPr>
                      <m:t>𝑒</m:t>
                    </m:r>
                    <m:r>
                      <a:rPr lang="en-US" altLang="en-US" b="0" i="1" smtClean="0">
                        <a:latin typeface="Cambria Math" panose="02040503050406030204" pitchFamily="18" charset="0"/>
                        <a:ea typeface="ＭＳ Ｐゴシック" panose="020B0600070205080204" pitchFamily="34" charset="-128"/>
                      </a:rPr>
                      <m:t>3=</m:t>
                    </m:r>
                    <m:r>
                      <a:rPr lang="en-US" altLang="en-US" b="0" i="1" smtClean="0">
                        <a:latin typeface="Cambria Math" panose="02040503050406030204" pitchFamily="18" charset="0"/>
                        <a:ea typeface="ＭＳ Ｐゴシック" panose="020B0600070205080204" pitchFamily="34" charset="-128"/>
                      </a:rPr>
                      <m:t>𝑒</m:t>
                    </m:r>
                    <m:r>
                      <a:rPr lang="en-US" altLang="en-US" b="0" i="1" smtClean="0">
                        <a:latin typeface="Cambria Math" panose="02040503050406030204" pitchFamily="18" charset="0"/>
                        <a:ea typeface="ＭＳ Ｐゴシック" panose="020B0600070205080204" pitchFamily="34" charset="-128"/>
                      </a:rPr>
                      <m:t>2+</m:t>
                    </m:r>
                    <m:r>
                      <a:rPr lang="en-US" altLang="en-US" b="0" i="1" smtClean="0">
                        <a:latin typeface="Cambria Math" panose="02040503050406030204" pitchFamily="18" charset="0"/>
                        <a:ea typeface="ＭＳ Ｐゴシック" panose="020B0600070205080204" pitchFamily="34" charset="-128"/>
                      </a:rPr>
                      <m:t>𝑧</m:t>
                    </m:r>
                    <m:r>
                      <a:rPr lang="en-US" altLang="en-US" b="0" i="1" smtClean="0">
                        <a:latin typeface="Cambria Math" panose="02040503050406030204" pitchFamily="18" charset="0"/>
                        <a:ea typeface="ＭＳ Ｐゴシック" panose="020B0600070205080204" pitchFamily="34" charset="-128"/>
                      </a:rPr>
                      <m:t>3=</m:t>
                    </m:r>
                    <m:r>
                      <a:rPr lang="en-US" altLang="en-US" b="0" i="1" smtClean="0">
                        <a:latin typeface="Cambria Math" panose="02040503050406030204" pitchFamily="18" charset="0"/>
                        <a:ea typeface="ＭＳ Ｐゴシック" panose="020B0600070205080204" pitchFamily="34" charset="-128"/>
                      </a:rPr>
                      <m:t>𝑧</m:t>
                    </m:r>
                    <m:r>
                      <a:rPr lang="en-US" altLang="en-US" b="0" i="1" smtClean="0">
                        <a:latin typeface="Cambria Math" panose="02040503050406030204" pitchFamily="18" charset="0"/>
                        <a:ea typeface="ＭＳ Ｐゴシック" panose="020B0600070205080204" pitchFamily="34" charset="-128"/>
                      </a:rPr>
                      <m:t>1+</m:t>
                    </m:r>
                    <m:r>
                      <a:rPr lang="en-US" altLang="en-US" b="0" i="1" smtClean="0">
                        <a:latin typeface="Cambria Math" panose="02040503050406030204" pitchFamily="18" charset="0"/>
                        <a:ea typeface="ＭＳ Ｐゴシック" panose="020B0600070205080204" pitchFamily="34" charset="-128"/>
                      </a:rPr>
                      <m:t>𝑧</m:t>
                    </m:r>
                    <m:r>
                      <a:rPr lang="en-US" altLang="en-US" b="0" i="1" smtClean="0">
                        <a:latin typeface="Cambria Math" panose="02040503050406030204" pitchFamily="18" charset="0"/>
                        <a:ea typeface="ＭＳ Ｐゴシック" panose="020B0600070205080204" pitchFamily="34" charset="-128"/>
                      </a:rPr>
                      <m:t>2+</m:t>
                    </m:r>
                    <m:r>
                      <a:rPr lang="en-US" altLang="en-US" b="0" i="1" smtClean="0">
                        <a:latin typeface="Cambria Math" panose="02040503050406030204" pitchFamily="18" charset="0"/>
                        <a:ea typeface="ＭＳ Ｐゴシック" panose="020B0600070205080204" pitchFamily="34" charset="-128"/>
                      </a:rPr>
                      <m:t>𝑧</m:t>
                    </m:r>
                    <m:r>
                      <a:rPr lang="en-US" altLang="en-US" b="0" i="1" smtClean="0">
                        <a:latin typeface="Cambria Math" panose="02040503050406030204" pitchFamily="18" charset="0"/>
                        <a:ea typeface="ＭＳ Ｐゴシック" panose="020B0600070205080204" pitchFamily="34" charset="-128"/>
                      </a:rPr>
                      <m:t>3</m:t>
                    </m:r>
                  </m:oMath>
                </a14:m>
                <a:endParaRPr lang="en-US" altLang="en-US" b="0" dirty="0">
                  <a:ea typeface="ＭＳ Ｐゴシック" panose="020B0600070205080204" pitchFamily="34" charset="-128"/>
                </a:endParaRPr>
              </a:p>
              <a:p>
                <a:pPr eaLnBrk="1" hangingPunct="1"/>
                <a14:m>
                  <m:oMath xmlns:m="http://schemas.openxmlformats.org/officeDocument/2006/math">
                    <m:r>
                      <a:rPr lang="en-US" altLang="en-US" b="0" i="1" smtClean="0">
                        <a:latin typeface="Cambria Math" panose="02040503050406030204" pitchFamily="18" charset="0"/>
                        <a:ea typeface="ＭＳ Ｐゴシック" panose="020B0600070205080204" pitchFamily="34" charset="-128"/>
                      </a:rPr>
                      <m:t>𝑒</m:t>
                    </m:r>
                    <m:r>
                      <a:rPr lang="en-US" altLang="en-US" b="0" i="1" smtClean="0">
                        <a:latin typeface="Cambria Math" panose="02040503050406030204" pitchFamily="18" charset="0"/>
                        <a:ea typeface="ＭＳ Ｐゴシック" panose="020B0600070205080204" pitchFamily="34" charset="-128"/>
                      </a:rPr>
                      <m:t>4=</m:t>
                    </m:r>
                    <m:r>
                      <a:rPr lang="en-US" altLang="en-US" b="0" i="1" smtClean="0">
                        <a:latin typeface="Cambria Math" panose="02040503050406030204" pitchFamily="18" charset="0"/>
                        <a:ea typeface="ＭＳ Ｐゴシック" panose="020B0600070205080204" pitchFamily="34" charset="-128"/>
                      </a:rPr>
                      <m:t>𝑒</m:t>
                    </m:r>
                    <m:r>
                      <a:rPr lang="en-US" altLang="en-US" b="0" i="1" smtClean="0">
                        <a:latin typeface="Cambria Math" panose="02040503050406030204" pitchFamily="18" charset="0"/>
                        <a:ea typeface="ＭＳ Ｐゴシック" panose="020B0600070205080204" pitchFamily="34" charset="-128"/>
                      </a:rPr>
                      <m:t>3+</m:t>
                    </m:r>
                    <m:r>
                      <a:rPr lang="en-US" altLang="en-US" b="0" i="1" smtClean="0">
                        <a:latin typeface="Cambria Math" panose="02040503050406030204" pitchFamily="18" charset="0"/>
                        <a:ea typeface="ＭＳ Ｐゴシック" panose="020B0600070205080204" pitchFamily="34" charset="-128"/>
                      </a:rPr>
                      <m:t>𝑧</m:t>
                    </m:r>
                    <m:r>
                      <a:rPr lang="en-US" altLang="en-US" b="0" i="1" smtClean="0">
                        <a:latin typeface="Cambria Math" panose="02040503050406030204" pitchFamily="18" charset="0"/>
                        <a:ea typeface="ＭＳ Ｐゴシック" panose="020B0600070205080204" pitchFamily="34" charset="-128"/>
                      </a:rPr>
                      <m:t>4=</m:t>
                    </m:r>
                    <m:r>
                      <a:rPr lang="en-US" altLang="en-US" b="0" i="1" smtClean="0">
                        <a:latin typeface="Cambria Math" panose="02040503050406030204" pitchFamily="18" charset="0"/>
                        <a:ea typeface="ＭＳ Ｐゴシック" panose="020B0600070205080204" pitchFamily="34" charset="-128"/>
                      </a:rPr>
                      <m:t>𝑧</m:t>
                    </m:r>
                    <m:r>
                      <a:rPr lang="en-US" altLang="en-US" b="0" i="1" smtClean="0">
                        <a:latin typeface="Cambria Math" panose="02040503050406030204" pitchFamily="18" charset="0"/>
                        <a:ea typeface="ＭＳ Ｐゴシック" panose="020B0600070205080204" pitchFamily="34" charset="-128"/>
                      </a:rPr>
                      <m:t>1+</m:t>
                    </m:r>
                    <m:r>
                      <a:rPr lang="en-US" altLang="en-US" b="0" i="1" smtClean="0">
                        <a:latin typeface="Cambria Math" panose="02040503050406030204" pitchFamily="18" charset="0"/>
                        <a:ea typeface="ＭＳ Ｐゴシック" panose="020B0600070205080204" pitchFamily="34" charset="-128"/>
                      </a:rPr>
                      <m:t>𝑧</m:t>
                    </m:r>
                    <m:r>
                      <a:rPr lang="en-US" altLang="en-US" b="0" i="1" smtClean="0">
                        <a:latin typeface="Cambria Math" panose="02040503050406030204" pitchFamily="18" charset="0"/>
                        <a:ea typeface="ＭＳ Ｐゴシック" panose="020B0600070205080204" pitchFamily="34" charset="-128"/>
                      </a:rPr>
                      <m:t>2+</m:t>
                    </m:r>
                    <m:r>
                      <a:rPr lang="en-US" altLang="en-US" b="0" i="1" smtClean="0">
                        <a:latin typeface="Cambria Math" panose="02040503050406030204" pitchFamily="18" charset="0"/>
                        <a:ea typeface="ＭＳ Ｐゴシック" panose="020B0600070205080204" pitchFamily="34" charset="-128"/>
                      </a:rPr>
                      <m:t>𝑧</m:t>
                    </m:r>
                    <m:r>
                      <a:rPr lang="en-US" altLang="en-US" b="0" i="1" smtClean="0">
                        <a:latin typeface="Cambria Math" panose="02040503050406030204" pitchFamily="18" charset="0"/>
                        <a:ea typeface="ＭＳ Ｐゴシック" panose="020B0600070205080204" pitchFamily="34" charset="-128"/>
                      </a:rPr>
                      <m:t>3+</m:t>
                    </m:r>
                    <m:r>
                      <a:rPr lang="en-US" altLang="en-US" b="0" i="1" smtClean="0">
                        <a:latin typeface="Cambria Math" panose="02040503050406030204" pitchFamily="18" charset="0"/>
                        <a:ea typeface="ＭＳ Ｐゴシック" panose="020B0600070205080204" pitchFamily="34" charset="-128"/>
                      </a:rPr>
                      <m:t>𝑧</m:t>
                    </m:r>
                    <m:r>
                      <a:rPr lang="en-US" altLang="en-US" b="0" i="1" smtClean="0">
                        <a:latin typeface="Cambria Math" panose="02040503050406030204" pitchFamily="18" charset="0"/>
                        <a:ea typeface="ＭＳ Ｐゴシック" panose="020B0600070205080204" pitchFamily="34" charset="-128"/>
                      </a:rPr>
                      <m:t>4</m:t>
                    </m:r>
                  </m:oMath>
                </a14:m>
                <a:endParaRPr lang="en-US" altLang="en-US" b="0" dirty="0">
                  <a:ea typeface="ＭＳ Ｐゴシック" panose="020B0600070205080204" pitchFamily="34" charset="-128"/>
                </a:endParaRPr>
              </a:p>
              <a:p>
                <a:pPr eaLnBrk="1" hangingPunct="1"/>
                <a14:m>
                  <m:oMath xmlns:m="http://schemas.openxmlformats.org/officeDocument/2006/math">
                    <m:r>
                      <a:rPr lang="en-US" altLang="en-US" b="0" i="1" smtClean="0">
                        <a:latin typeface="Cambria Math" panose="02040503050406030204" pitchFamily="18" charset="0"/>
                        <a:ea typeface="ＭＳ Ｐゴシック" panose="020B0600070205080204" pitchFamily="34" charset="-128"/>
                      </a:rPr>
                      <m:t>𝑧</m:t>
                    </m:r>
                    <m:r>
                      <a:rPr lang="en-US" altLang="en-US" b="0" i="1" smtClean="0">
                        <a:latin typeface="Cambria Math" panose="02040503050406030204" pitchFamily="18" charset="0"/>
                        <a:ea typeface="ＭＳ Ｐゴシック" panose="020B0600070205080204" pitchFamily="34" charset="-128"/>
                      </a:rPr>
                      <m:t>1+</m:t>
                    </m:r>
                    <m:r>
                      <a:rPr lang="en-US" altLang="en-US" b="0" i="1" smtClean="0">
                        <a:latin typeface="Cambria Math" panose="02040503050406030204" pitchFamily="18" charset="0"/>
                        <a:ea typeface="ＭＳ Ｐゴシック" panose="020B0600070205080204" pitchFamily="34" charset="-128"/>
                      </a:rPr>
                      <m:t>𝑧</m:t>
                    </m:r>
                    <m:r>
                      <a:rPr lang="en-US" altLang="en-US" b="0" i="1" smtClean="0">
                        <a:latin typeface="Cambria Math" panose="02040503050406030204" pitchFamily="18" charset="0"/>
                        <a:ea typeface="ＭＳ Ｐゴシック" panose="020B0600070205080204" pitchFamily="34" charset="-128"/>
                      </a:rPr>
                      <m:t>1+</m:t>
                    </m:r>
                    <m:r>
                      <a:rPr lang="en-US" altLang="en-US" b="0" i="1" smtClean="0">
                        <a:latin typeface="Cambria Math" panose="02040503050406030204" pitchFamily="18" charset="0"/>
                        <a:ea typeface="ＭＳ Ｐゴシック" panose="020B0600070205080204" pitchFamily="34" charset="-128"/>
                      </a:rPr>
                      <m:t>𝑧</m:t>
                    </m:r>
                    <m:r>
                      <a:rPr lang="en-US" altLang="en-US" b="0" i="1" smtClean="0">
                        <a:latin typeface="Cambria Math" panose="02040503050406030204" pitchFamily="18" charset="0"/>
                        <a:ea typeface="ＭＳ Ｐゴシック" panose="020B0600070205080204" pitchFamily="34" charset="-128"/>
                      </a:rPr>
                      <m:t>2+</m:t>
                    </m:r>
                    <m:r>
                      <a:rPr lang="en-US" altLang="en-US" b="0" i="1" smtClean="0">
                        <a:latin typeface="Cambria Math" panose="02040503050406030204" pitchFamily="18" charset="0"/>
                        <a:ea typeface="ＭＳ Ｐゴシック" panose="020B0600070205080204" pitchFamily="34" charset="-128"/>
                      </a:rPr>
                      <m:t>𝑧</m:t>
                    </m:r>
                    <m:r>
                      <a:rPr lang="en-US" altLang="en-US" b="0" i="1" smtClean="0">
                        <a:latin typeface="Cambria Math" panose="02040503050406030204" pitchFamily="18" charset="0"/>
                        <a:ea typeface="ＭＳ Ｐゴシック" panose="020B0600070205080204" pitchFamily="34" charset="-128"/>
                      </a:rPr>
                      <m:t>1+</m:t>
                    </m:r>
                    <m:r>
                      <a:rPr lang="en-US" altLang="en-US" b="0" i="1" smtClean="0">
                        <a:latin typeface="Cambria Math" panose="02040503050406030204" pitchFamily="18" charset="0"/>
                        <a:ea typeface="ＭＳ Ｐゴシック" panose="020B0600070205080204" pitchFamily="34" charset="-128"/>
                      </a:rPr>
                      <m:t>𝑧</m:t>
                    </m:r>
                    <m:r>
                      <a:rPr lang="en-US" altLang="en-US" b="0" i="1" smtClean="0">
                        <a:latin typeface="Cambria Math" panose="02040503050406030204" pitchFamily="18" charset="0"/>
                        <a:ea typeface="ＭＳ Ｐゴシック" panose="020B0600070205080204" pitchFamily="34" charset="-128"/>
                      </a:rPr>
                      <m:t>2+</m:t>
                    </m:r>
                    <m:r>
                      <a:rPr lang="en-US" altLang="en-US" b="0" i="1" smtClean="0">
                        <a:latin typeface="Cambria Math" panose="02040503050406030204" pitchFamily="18" charset="0"/>
                        <a:ea typeface="ＭＳ Ｐゴシック" panose="020B0600070205080204" pitchFamily="34" charset="-128"/>
                      </a:rPr>
                      <m:t>𝑧</m:t>
                    </m:r>
                    <m:r>
                      <a:rPr lang="en-US" altLang="en-US" b="0" i="1" smtClean="0">
                        <a:latin typeface="Cambria Math" panose="02040503050406030204" pitchFamily="18" charset="0"/>
                        <a:ea typeface="ＭＳ Ｐゴシック" panose="020B0600070205080204" pitchFamily="34" charset="-128"/>
                      </a:rPr>
                      <m:t>3+</m:t>
                    </m:r>
                    <m:r>
                      <a:rPr lang="en-US" altLang="en-US" b="0" i="1" smtClean="0">
                        <a:latin typeface="Cambria Math" panose="02040503050406030204" pitchFamily="18" charset="0"/>
                        <a:ea typeface="ＭＳ Ｐゴシック" panose="020B0600070205080204" pitchFamily="34" charset="-128"/>
                      </a:rPr>
                      <m:t>𝑧</m:t>
                    </m:r>
                    <m:r>
                      <a:rPr lang="en-US" altLang="en-US" b="0" i="1" smtClean="0">
                        <a:latin typeface="Cambria Math" panose="02040503050406030204" pitchFamily="18" charset="0"/>
                        <a:ea typeface="ＭＳ Ｐゴシック" panose="020B0600070205080204" pitchFamily="34" charset="-128"/>
                      </a:rPr>
                      <m:t>1+</m:t>
                    </m:r>
                    <m:r>
                      <a:rPr lang="en-US" altLang="en-US" b="0" i="1" smtClean="0">
                        <a:latin typeface="Cambria Math" panose="02040503050406030204" pitchFamily="18" charset="0"/>
                        <a:ea typeface="ＭＳ Ｐゴシック" panose="020B0600070205080204" pitchFamily="34" charset="-128"/>
                      </a:rPr>
                      <m:t>𝑧</m:t>
                    </m:r>
                    <m:r>
                      <a:rPr lang="en-US" altLang="en-US" b="0" i="1" smtClean="0">
                        <a:latin typeface="Cambria Math" panose="02040503050406030204" pitchFamily="18" charset="0"/>
                        <a:ea typeface="ＭＳ Ｐゴシック" panose="020B0600070205080204" pitchFamily="34" charset="-128"/>
                      </a:rPr>
                      <m:t>2+</m:t>
                    </m:r>
                    <m:r>
                      <a:rPr lang="en-US" altLang="en-US" b="0" i="1" smtClean="0">
                        <a:latin typeface="Cambria Math" panose="02040503050406030204" pitchFamily="18" charset="0"/>
                        <a:ea typeface="ＭＳ Ｐゴシック" panose="020B0600070205080204" pitchFamily="34" charset="-128"/>
                      </a:rPr>
                      <m:t>𝑧</m:t>
                    </m:r>
                    <m:r>
                      <a:rPr lang="en-US" altLang="en-US" b="0" i="1" smtClean="0">
                        <a:latin typeface="Cambria Math" panose="02040503050406030204" pitchFamily="18" charset="0"/>
                        <a:ea typeface="ＭＳ Ｐゴシック" panose="020B0600070205080204" pitchFamily="34" charset="-128"/>
                      </a:rPr>
                      <m:t>3+</m:t>
                    </m:r>
                    <m:r>
                      <a:rPr lang="en-US" altLang="en-US" b="0" i="1" smtClean="0">
                        <a:latin typeface="Cambria Math" panose="02040503050406030204" pitchFamily="18" charset="0"/>
                        <a:ea typeface="ＭＳ Ｐゴシック" panose="020B0600070205080204" pitchFamily="34" charset="-128"/>
                      </a:rPr>
                      <m:t>𝑧</m:t>
                    </m:r>
                    <m:r>
                      <a:rPr lang="en-US" altLang="en-US" b="0" i="1" smtClean="0">
                        <a:latin typeface="Cambria Math" panose="02040503050406030204" pitchFamily="18" charset="0"/>
                        <a:ea typeface="ＭＳ Ｐゴシック" panose="020B0600070205080204" pitchFamily="34" charset="-128"/>
                      </a:rPr>
                      <m:t>4=4</m:t>
                    </m:r>
                    <m:r>
                      <a:rPr lang="en-US" altLang="en-US" b="0" i="1" smtClean="0">
                        <a:latin typeface="Cambria Math" panose="02040503050406030204" pitchFamily="18" charset="0"/>
                        <a:ea typeface="ＭＳ Ｐゴシック" panose="020B0600070205080204" pitchFamily="34" charset="-128"/>
                      </a:rPr>
                      <m:t>𝑧</m:t>
                    </m:r>
                    <m:r>
                      <a:rPr lang="en-US" altLang="en-US" b="0" i="1" smtClean="0">
                        <a:latin typeface="Cambria Math" panose="02040503050406030204" pitchFamily="18" charset="0"/>
                        <a:ea typeface="ＭＳ Ｐゴシック" panose="020B0600070205080204" pitchFamily="34" charset="-128"/>
                      </a:rPr>
                      <m:t>1+3</m:t>
                    </m:r>
                    <m:r>
                      <a:rPr lang="en-US" altLang="en-US" b="0" i="1" smtClean="0">
                        <a:latin typeface="Cambria Math" panose="02040503050406030204" pitchFamily="18" charset="0"/>
                        <a:ea typeface="ＭＳ Ｐゴシック" panose="020B0600070205080204" pitchFamily="34" charset="-128"/>
                      </a:rPr>
                      <m:t>𝑧</m:t>
                    </m:r>
                    <m:r>
                      <a:rPr lang="en-US" altLang="en-US" b="0" i="1" smtClean="0">
                        <a:latin typeface="Cambria Math" panose="02040503050406030204" pitchFamily="18" charset="0"/>
                        <a:ea typeface="ＭＳ Ｐゴシック" panose="020B0600070205080204" pitchFamily="34" charset="-128"/>
                      </a:rPr>
                      <m:t>3+2</m:t>
                    </m:r>
                    <m:r>
                      <a:rPr lang="en-US" altLang="en-US" b="0" i="1" smtClean="0">
                        <a:latin typeface="Cambria Math" panose="02040503050406030204" pitchFamily="18" charset="0"/>
                        <a:ea typeface="ＭＳ Ｐゴシック" panose="020B0600070205080204" pitchFamily="34" charset="-128"/>
                      </a:rPr>
                      <m:t>𝑧</m:t>
                    </m:r>
                    <m:r>
                      <a:rPr lang="en-US" altLang="en-US" b="0" i="1" smtClean="0">
                        <a:latin typeface="Cambria Math" panose="02040503050406030204" pitchFamily="18" charset="0"/>
                        <a:ea typeface="ＭＳ Ｐゴシック" panose="020B0600070205080204" pitchFamily="34" charset="-128"/>
                      </a:rPr>
                      <m:t>2+</m:t>
                    </m:r>
                    <m:r>
                      <a:rPr lang="en-US" altLang="en-US" b="0" i="1" smtClean="0">
                        <a:latin typeface="Cambria Math" panose="02040503050406030204" pitchFamily="18" charset="0"/>
                        <a:ea typeface="ＭＳ Ｐゴシック" panose="020B0600070205080204" pitchFamily="34" charset="-128"/>
                      </a:rPr>
                      <m:t>𝑧</m:t>
                    </m:r>
                    <m:r>
                      <a:rPr lang="en-US" altLang="en-US" b="0" i="1" smtClean="0">
                        <a:latin typeface="Cambria Math" panose="02040503050406030204" pitchFamily="18" charset="0"/>
                        <a:ea typeface="ＭＳ Ｐゴシック" panose="020B0600070205080204" pitchFamily="34" charset="-128"/>
                      </a:rPr>
                      <m:t>4</m:t>
                    </m:r>
                  </m:oMath>
                </a14:m>
                <a:endParaRPr lang="en-US" altLang="en-US" dirty="0">
                  <a:ea typeface="ＭＳ Ｐゴシック" panose="020B0600070205080204" pitchFamily="34" charset="-128"/>
                </a:endParaRPr>
              </a:p>
              <a:p>
                <a:pPr eaLnBrk="1" hangingPunct="1"/>
                <a:endParaRPr lang="en-US" altLang="en-US" dirty="0">
                  <a:ea typeface="ＭＳ Ｐゴシック" panose="020B0600070205080204" pitchFamily="34" charset="-128"/>
                </a:endParaRPr>
              </a:p>
              <a:p>
                <a:pPr eaLnBrk="1" hangingPunct="1"/>
                <a:endParaRPr lang="en-US" altLang="en-US" dirty="0">
                  <a:ea typeface="ＭＳ Ｐゴシック" panose="020B0600070205080204" pitchFamily="34" charset="-128"/>
                </a:endParaRPr>
              </a:p>
              <a:p>
                <a:pPr eaLnBrk="1" hangingPunct="1">
                  <a:buFont typeface="Wingdings" pitchFamily="2" charset="2"/>
                  <a:buNone/>
                </a:pPr>
                <a:endParaRPr lang="en-US" altLang="en-US" dirty="0">
                  <a:ea typeface="ＭＳ Ｐゴシック" panose="020B0600070205080204" pitchFamily="34" charset="-128"/>
                </a:endParaRPr>
              </a:p>
            </p:txBody>
          </p:sp>
        </mc:Choice>
        <mc:Fallback xmlns="">
          <p:sp>
            <p:nvSpPr>
              <p:cNvPr id="35844" name="Rectangle 3">
                <a:extLst>
                  <a:ext uri="{FF2B5EF4-FFF2-40B4-BE49-F238E27FC236}">
                    <a16:creationId xmlns:a16="http://schemas.microsoft.com/office/drawing/2014/main" id="{832009CB-F570-B543-8C20-4E52570B2402}"/>
                  </a:ext>
                </a:extLst>
              </p:cNvPr>
              <p:cNvSpPr>
                <a:spLocks noGrp="1" noRot="1" noChangeAspect="1" noMove="1" noResize="1" noEditPoints="1" noAdjustHandles="1" noChangeArrowheads="1" noChangeShapeType="1" noTextEdit="1"/>
              </p:cNvSpPr>
              <p:nvPr>
                <p:ph type="body" idx="1"/>
              </p:nvPr>
            </p:nvSpPr>
            <p:spPr>
              <a:xfrm>
                <a:off x="838200" y="1825625"/>
                <a:ext cx="10515600" cy="4873126"/>
              </a:xfrm>
              <a:blipFill>
                <a:blip r:embed="rId3"/>
                <a:stretch>
                  <a:fillRect l="-965" t="-2611"/>
                </a:stretch>
              </a:blipFill>
            </p:spPr>
            <p:txBody>
              <a:bodyPr/>
              <a:lstStyle/>
              <a:p>
                <a:r>
                  <a:rPr lang="en-US">
                    <a:noFill/>
                  </a:rPr>
                  <a:t> </a:t>
                </a:r>
              </a:p>
            </p:txBody>
          </p:sp>
        </mc:Fallback>
      </mc:AlternateContent>
      <p:graphicFrame>
        <p:nvGraphicFramePr>
          <p:cNvPr id="35845" name="Object 2">
            <a:extLst>
              <a:ext uri="{FF2B5EF4-FFF2-40B4-BE49-F238E27FC236}">
                <a16:creationId xmlns:a16="http://schemas.microsoft.com/office/drawing/2014/main" id="{0DD13252-1C17-CF41-8288-E5A4E4DD2F7E}"/>
              </a:ext>
            </a:extLst>
          </p:cNvPr>
          <p:cNvGraphicFramePr>
            <a:graphicFrameLocks noChangeAspect="1"/>
          </p:cNvGraphicFramePr>
          <p:nvPr>
            <p:extLst/>
          </p:nvPr>
        </p:nvGraphicFramePr>
        <p:xfrm>
          <a:off x="2848922" y="4350964"/>
          <a:ext cx="7285037" cy="461963"/>
        </p:xfrm>
        <a:graphic>
          <a:graphicData uri="http://schemas.openxmlformats.org/presentationml/2006/ole">
            <mc:AlternateContent xmlns:mc="http://schemas.openxmlformats.org/markup-compatibility/2006">
              <mc:Choice xmlns:v="urn:schemas-microsoft-com:vml" Requires="v">
                <p:oleObj spid="_x0000_s12290" name="Equation" r:id="rId4" imgW="4203700" imgH="266700" progId="Equation.3">
                  <p:embed/>
                </p:oleObj>
              </mc:Choice>
              <mc:Fallback>
                <p:oleObj name="Equation" r:id="rId4" imgW="4203700" imgH="266700" progId="Equation.3">
                  <p:embed/>
                  <p:pic>
                    <p:nvPicPr>
                      <p:cNvPr id="35845" name="Object 2">
                        <a:extLst>
                          <a:ext uri="{FF2B5EF4-FFF2-40B4-BE49-F238E27FC236}">
                            <a16:creationId xmlns:a16="http://schemas.microsoft.com/office/drawing/2014/main" id="{0DD13252-1C17-CF41-8288-E5A4E4DD2F7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848922" y="4350964"/>
                        <a:ext cx="7285037" cy="4619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Tree>
    <p:extLst>
      <p:ext uri="{BB962C8B-B14F-4D97-AF65-F5344CB8AC3E}">
        <p14:creationId xmlns:p14="http://schemas.microsoft.com/office/powerpoint/2010/main" val="326941383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7" name="Rectangle 2">
            <a:extLst>
              <a:ext uri="{FF2B5EF4-FFF2-40B4-BE49-F238E27FC236}">
                <a16:creationId xmlns:a16="http://schemas.microsoft.com/office/drawing/2014/main" id="{7C346C26-B928-2B4D-B8D5-2BA89A491A3A}"/>
              </a:ext>
            </a:extLst>
          </p:cNvPr>
          <p:cNvSpPr>
            <a:spLocks noGrp="1" noChangeArrowheads="1"/>
          </p:cNvSpPr>
          <p:nvPr>
            <p:ph type="title"/>
          </p:nvPr>
        </p:nvSpPr>
        <p:spPr>
          <a:xfrm>
            <a:off x="1981200" y="1098550"/>
            <a:ext cx="8229600" cy="730250"/>
          </a:xfrm>
        </p:spPr>
        <p:txBody>
          <a:bodyPr/>
          <a:lstStyle/>
          <a:p>
            <a:pPr eaLnBrk="1" hangingPunct="1"/>
            <a:r>
              <a:rPr lang="en-US" altLang="en-US">
                <a:ea typeface="ＭＳ Ｐゴシック" panose="020B0600070205080204" pitchFamily="34" charset="-128"/>
              </a:rPr>
              <a:t>Class Problem :</a:t>
            </a:r>
          </a:p>
        </p:txBody>
      </p:sp>
      <p:sp>
        <p:nvSpPr>
          <p:cNvPr id="36868" name="Rectangle 3">
            <a:extLst>
              <a:ext uri="{FF2B5EF4-FFF2-40B4-BE49-F238E27FC236}">
                <a16:creationId xmlns:a16="http://schemas.microsoft.com/office/drawing/2014/main" id="{BE4F1C26-25BD-6146-8246-621063E8E28A}"/>
              </a:ext>
            </a:extLst>
          </p:cNvPr>
          <p:cNvSpPr>
            <a:spLocks noGrp="1" noChangeArrowheads="1"/>
          </p:cNvSpPr>
          <p:nvPr>
            <p:ph type="body" idx="1"/>
          </p:nvPr>
        </p:nvSpPr>
        <p:spPr>
          <a:xfrm>
            <a:off x="1889126" y="1981200"/>
            <a:ext cx="8505825" cy="4114800"/>
          </a:xfrm>
        </p:spPr>
        <p:txBody>
          <a:bodyPr/>
          <a:lstStyle/>
          <a:p>
            <a:r>
              <a:rPr lang="en-US" altLang="en-US">
                <a:ea typeface="ＭＳ Ｐゴシック" panose="020B0600070205080204" pitchFamily="34" charset="-128"/>
              </a:rPr>
              <a:t>Build a generating function for </a:t>
            </a:r>
            <a:r>
              <a:rPr lang="en-US" altLang="en-US" i="1">
                <a:ea typeface="ＭＳ Ｐゴシック" panose="020B0600070205080204" pitchFamily="34" charset="-128"/>
              </a:rPr>
              <a:t>a</a:t>
            </a:r>
            <a:r>
              <a:rPr lang="en-US" altLang="en-US" i="1" baseline="-25000">
                <a:ea typeface="ＭＳ Ｐゴシック" panose="020B0600070205080204" pitchFamily="34" charset="-128"/>
              </a:rPr>
              <a:t>r</a:t>
            </a:r>
            <a:r>
              <a:rPr lang="en-US" altLang="en-US" i="1">
                <a:ea typeface="ＭＳ Ｐゴシック" panose="020B0600070205080204" pitchFamily="34" charset="-128"/>
              </a:rPr>
              <a:t> , the number of integer solutions to the following  </a:t>
            </a:r>
            <a:r>
              <a:rPr lang="en-US" altLang="en-US">
                <a:ea typeface="ＭＳ Ｐゴシック" panose="020B0600070205080204" pitchFamily="34" charset="-128"/>
              </a:rPr>
              <a:t>equations:</a:t>
            </a:r>
          </a:p>
          <a:p>
            <a:r>
              <a:rPr lang="en-US" altLang="en-US" b="1">
                <a:ea typeface="ＭＳ Ｐゴシック" panose="020B0600070205080204" pitchFamily="34" charset="-128"/>
              </a:rPr>
              <a:t>(a) </a:t>
            </a:r>
            <a:r>
              <a:rPr lang="en-US" altLang="en-US" b="1" i="1">
                <a:ea typeface="ＭＳ Ｐゴシック" panose="020B0600070205080204" pitchFamily="34" charset="-128"/>
              </a:rPr>
              <a:t>e</a:t>
            </a:r>
            <a:r>
              <a:rPr lang="en-US" altLang="en-US" b="1" i="1" baseline="-25000">
                <a:ea typeface="ＭＳ Ｐゴシック" panose="020B0600070205080204" pitchFamily="34" charset="-128"/>
              </a:rPr>
              <a:t>1</a:t>
            </a:r>
            <a:r>
              <a:rPr lang="en-US" altLang="en-US" b="1" i="1">
                <a:ea typeface="ＭＳ Ｐゴシック" panose="020B0600070205080204" pitchFamily="34" charset="-128"/>
              </a:rPr>
              <a:t> +e</a:t>
            </a:r>
            <a:r>
              <a:rPr lang="en-US" altLang="en-US" b="1" i="1" baseline="-25000">
                <a:ea typeface="ＭＳ Ｐゴシック" panose="020B0600070205080204" pitchFamily="34" charset="-128"/>
              </a:rPr>
              <a:t>2</a:t>
            </a:r>
            <a:r>
              <a:rPr lang="en-US" altLang="en-US" b="1" i="1">
                <a:ea typeface="ＭＳ Ｐゴシック" panose="020B0600070205080204" pitchFamily="34" charset="-128"/>
              </a:rPr>
              <a:t> +e</a:t>
            </a:r>
            <a:r>
              <a:rPr lang="en-US" altLang="en-US" b="1" i="1" baseline="-25000">
                <a:ea typeface="ＭＳ Ｐゴシック" panose="020B0600070205080204" pitchFamily="34" charset="-128"/>
              </a:rPr>
              <a:t>3</a:t>
            </a:r>
            <a:r>
              <a:rPr lang="en-US" altLang="en-US" b="1" i="1">
                <a:ea typeface="ＭＳ Ｐゴシック" panose="020B0600070205080204" pitchFamily="34" charset="-128"/>
              </a:rPr>
              <a:t> +e</a:t>
            </a:r>
            <a:r>
              <a:rPr lang="en-US" altLang="en-US" b="1" i="1" baseline="-25000">
                <a:ea typeface="ＭＳ Ｐゴシック" panose="020B0600070205080204" pitchFamily="34" charset="-128"/>
              </a:rPr>
              <a:t>4</a:t>
            </a:r>
            <a:r>
              <a:rPr lang="en-US" altLang="en-US" b="1" i="1">
                <a:ea typeface="ＭＳ Ｐゴシック" panose="020B0600070205080204" pitchFamily="34" charset="-128"/>
              </a:rPr>
              <a:t> +e</a:t>
            </a:r>
            <a:r>
              <a:rPr lang="en-US" altLang="en-US" b="1" i="1" baseline="-25000">
                <a:ea typeface="ＭＳ Ｐゴシック" panose="020B0600070205080204" pitchFamily="34" charset="-128"/>
              </a:rPr>
              <a:t>5</a:t>
            </a:r>
            <a:r>
              <a:rPr lang="en-US" altLang="en-US" b="1" i="1">
                <a:ea typeface="ＭＳ Ｐゴシック" panose="020B0600070205080204" pitchFamily="34" charset="-128"/>
              </a:rPr>
              <a:t> = r, 0 ≤ e</a:t>
            </a:r>
            <a:r>
              <a:rPr lang="en-US" altLang="en-US" b="1" i="1" baseline="-25000">
                <a:ea typeface="ＭＳ Ｐゴシック" panose="020B0600070205080204" pitchFamily="34" charset="-128"/>
              </a:rPr>
              <a:t>i</a:t>
            </a:r>
            <a:r>
              <a:rPr lang="en-US" altLang="en-US" b="1" i="1">
                <a:ea typeface="ＭＳ Ｐゴシック" panose="020B0600070205080204" pitchFamily="34" charset="-128"/>
              </a:rPr>
              <a:t> ≤ 5</a:t>
            </a:r>
          </a:p>
          <a:p>
            <a:r>
              <a:rPr lang="en-US" altLang="en-US" b="1">
                <a:solidFill>
                  <a:srgbClr val="FF0000"/>
                </a:solidFill>
                <a:ea typeface="ＭＳ Ｐゴシック" panose="020B0600070205080204" pitchFamily="34" charset="-128"/>
              </a:rPr>
              <a:t>(b) </a:t>
            </a:r>
            <a:r>
              <a:rPr lang="en-US" altLang="en-US" b="1" i="1">
                <a:ea typeface="ＭＳ Ｐゴシック" panose="020B0600070205080204" pitchFamily="34" charset="-128"/>
              </a:rPr>
              <a:t>e</a:t>
            </a:r>
            <a:r>
              <a:rPr lang="en-US" altLang="en-US" b="1" i="1" baseline="-25000">
                <a:ea typeface="ＭＳ Ｐゴシック" panose="020B0600070205080204" pitchFamily="34" charset="-128"/>
              </a:rPr>
              <a:t>1</a:t>
            </a:r>
            <a:r>
              <a:rPr lang="en-US" altLang="en-US" b="1" i="1">
                <a:ea typeface="ＭＳ Ｐゴシック" panose="020B0600070205080204" pitchFamily="34" charset="-128"/>
              </a:rPr>
              <a:t> +e</a:t>
            </a:r>
            <a:r>
              <a:rPr lang="en-US" altLang="en-US" b="1" i="1" baseline="-25000">
                <a:ea typeface="ＭＳ Ｐゴシック" panose="020B0600070205080204" pitchFamily="34" charset="-128"/>
              </a:rPr>
              <a:t>2</a:t>
            </a:r>
            <a:r>
              <a:rPr lang="en-US" altLang="en-US" b="1" i="1">
                <a:ea typeface="ＭＳ Ｐゴシック" panose="020B0600070205080204" pitchFamily="34" charset="-128"/>
              </a:rPr>
              <a:t> +e</a:t>
            </a:r>
            <a:r>
              <a:rPr lang="en-US" altLang="en-US" b="1" i="1" baseline="-25000">
                <a:ea typeface="ＭＳ Ｐゴシック" panose="020B0600070205080204" pitchFamily="34" charset="-128"/>
              </a:rPr>
              <a:t>3</a:t>
            </a:r>
            <a:r>
              <a:rPr lang="en-US" altLang="en-US" b="1" i="1">
                <a:ea typeface="ＭＳ Ｐゴシック" panose="020B0600070205080204" pitchFamily="34" charset="-128"/>
              </a:rPr>
              <a:t> = r, 0 &lt; e</a:t>
            </a:r>
            <a:r>
              <a:rPr lang="en-US" altLang="en-US" b="1" i="1" baseline="-25000">
                <a:ea typeface="ＭＳ Ｐゴシック" panose="020B0600070205080204" pitchFamily="34" charset="-128"/>
              </a:rPr>
              <a:t>i</a:t>
            </a:r>
            <a:r>
              <a:rPr lang="en-US" altLang="en-US" b="1" i="1">
                <a:ea typeface="ＭＳ Ｐゴシック" panose="020B0600070205080204" pitchFamily="34" charset="-128"/>
              </a:rPr>
              <a:t> &lt; 6</a:t>
            </a:r>
          </a:p>
          <a:p>
            <a:r>
              <a:rPr lang="en-US" altLang="en-US" b="1">
                <a:ea typeface="ＭＳ Ｐゴシック" panose="020B0600070205080204" pitchFamily="34" charset="-128"/>
              </a:rPr>
              <a:t>(c) </a:t>
            </a:r>
            <a:r>
              <a:rPr lang="en-US" altLang="en-US" b="1" i="1">
                <a:ea typeface="ＭＳ Ｐゴシック" panose="020B0600070205080204" pitchFamily="34" charset="-128"/>
              </a:rPr>
              <a:t>e</a:t>
            </a:r>
            <a:r>
              <a:rPr lang="en-US" altLang="en-US" b="1" i="1" baseline="-25000">
                <a:ea typeface="ＭＳ Ｐゴシック" panose="020B0600070205080204" pitchFamily="34" charset="-128"/>
              </a:rPr>
              <a:t>1</a:t>
            </a:r>
            <a:r>
              <a:rPr lang="en-US" altLang="en-US" b="1" i="1">
                <a:ea typeface="ＭＳ Ｐゴシック" panose="020B0600070205080204" pitchFamily="34" charset="-128"/>
              </a:rPr>
              <a:t> +e</a:t>
            </a:r>
            <a:r>
              <a:rPr lang="en-US" altLang="en-US" b="1" i="1" baseline="-25000">
                <a:ea typeface="ＭＳ Ｐゴシック" panose="020B0600070205080204" pitchFamily="34" charset="-128"/>
              </a:rPr>
              <a:t>2</a:t>
            </a:r>
            <a:r>
              <a:rPr lang="en-US" altLang="en-US" b="1" i="1">
                <a:ea typeface="ＭＳ Ｐゴシック" panose="020B0600070205080204" pitchFamily="34" charset="-128"/>
              </a:rPr>
              <a:t> +e</a:t>
            </a:r>
            <a:r>
              <a:rPr lang="en-US" altLang="en-US" b="1" i="1" baseline="-25000">
                <a:ea typeface="ＭＳ Ｐゴシック" panose="020B0600070205080204" pitchFamily="34" charset="-128"/>
              </a:rPr>
              <a:t>3</a:t>
            </a:r>
            <a:r>
              <a:rPr lang="en-US" altLang="en-US" b="1" i="1">
                <a:ea typeface="ＭＳ Ｐゴシック" panose="020B0600070205080204" pitchFamily="34" charset="-128"/>
              </a:rPr>
              <a:t> +e</a:t>
            </a:r>
            <a:r>
              <a:rPr lang="en-US" altLang="en-US" b="1" i="1" baseline="-25000">
                <a:ea typeface="ＭＳ Ｐゴシック" panose="020B0600070205080204" pitchFamily="34" charset="-128"/>
              </a:rPr>
              <a:t>4</a:t>
            </a:r>
            <a:r>
              <a:rPr lang="en-US" altLang="en-US" b="1" i="1">
                <a:ea typeface="ＭＳ Ｐゴシック" panose="020B0600070205080204" pitchFamily="34" charset="-128"/>
              </a:rPr>
              <a:t> = r, 2 ≤ e</a:t>
            </a:r>
            <a:r>
              <a:rPr lang="en-US" altLang="en-US" b="1" i="1" baseline="-25000">
                <a:ea typeface="ＭＳ Ｐゴシック" panose="020B0600070205080204" pitchFamily="34" charset="-128"/>
              </a:rPr>
              <a:t>i</a:t>
            </a:r>
            <a:r>
              <a:rPr lang="en-US" altLang="en-US" b="1" i="1">
                <a:ea typeface="ＭＳ Ｐゴシック" panose="020B0600070205080204" pitchFamily="34" charset="-128"/>
              </a:rPr>
              <a:t> ≤ 7 ; e</a:t>
            </a:r>
            <a:r>
              <a:rPr lang="en-US" altLang="en-US" b="1" i="1" baseline="-25000">
                <a:ea typeface="ＭＳ Ｐゴシック" panose="020B0600070205080204" pitchFamily="34" charset="-128"/>
              </a:rPr>
              <a:t>1</a:t>
            </a:r>
            <a:r>
              <a:rPr lang="en-US" altLang="en-US" b="1" i="1">
                <a:ea typeface="ＭＳ Ｐゴシック" panose="020B0600070205080204" pitchFamily="34" charset="-128"/>
              </a:rPr>
              <a:t> even; e</a:t>
            </a:r>
            <a:r>
              <a:rPr lang="en-US" altLang="en-US" b="1" i="1" baseline="-25000">
                <a:ea typeface="ＭＳ Ｐゴシック" panose="020B0600070205080204" pitchFamily="34" charset="-128"/>
              </a:rPr>
              <a:t>2</a:t>
            </a:r>
            <a:r>
              <a:rPr lang="en-US" altLang="en-US" b="1" i="1">
                <a:ea typeface="ＭＳ Ｐゴシック" panose="020B0600070205080204" pitchFamily="34" charset="-128"/>
              </a:rPr>
              <a:t> odd</a:t>
            </a:r>
          </a:p>
          <a:p>
            <a:r>
              <a:rPr lang="en-US" altLang="en-US" b="1">
                <a:ea typeface="ＭＳ Ｐゴシック" panose="020B0600070205080204" pitchFamily="34" charset="-128"/>
              </a:rPr>
              <a:t>(d) </a:t>
            </a:r>
            <a:r>
              <a:rPr lang="en-US" altLang="en-US" b="1" i="1">
                <a:ea typeface="ＭＳ Ｐゴシック" panose="020B0600070205080204" pitchFamily="34" charset="-128"/>
              </a:rPr>
              <a:t>e</a:t>
            </a:r>
            <a:r>
              <a:rPr lang="en-US" altLang="en-US" b="1" i="1" baseline="-25000">
                <a:ea typeface="ＭＳ Ｐゴシック" panose="020B0600070205080204" pitchFamily="34" charset="-128"/>
              </a:rPr>
              <a:t>1</a:t>
            </a:r>
            <a:r>
              <a:rPr lang="en-US" altLang="en-US" b="1" i="1">
                <a:ea typeface="ＭＳ Ｐゴシック" panose="020B0600070205080204" pitchFamily="34" charset="-128"/>
              </a:rPr>
              <a:t> +e</a:t>
            </a:r>
            <a:r>
              <a:rPr lang="en-US" altLang="en-US" b="1" i="1" baseline="-25000">
                <a:ea typeface="ＭＳ Ｐゴシック" panose="020B0600070205080204" pitchFamily="34" charset="-128"/>
              </a:rPr>
              <a:t>2</a:t>
            </a:r>
            <a:r>
              <a:rPr lang="en-US" altLang="en-US" b="1" i="1">
                <a:ea typeface="ＭＳ Ｐゴシック" panose="020B0600070205080204" pitchFamily="34" charset="-128"/>
              </a:rPr>
              <a:t> +e</a:t>
            </a:r>
            <a:r>
              <a:rPr lang="en-US" altLang="en-US" b="1" i="1" baseline="-25000">
                <a:ea typeface="ＭＳ Ｐゴシック" panose="020B0600070205080204" pitchFamily="34" charset="-128"/>
              </a:rPr>
              <a:t>3</a:t>
            </a:r>
            <a:r>
              <a:rPr lang="en-US" altLang="en-US" b="1" i="1">
                <a:ea typeface="ＭＳ Ｐゴシック" panose="020B0600070205080204" pitchFamily="34" charset="-128"/>
              </a:rPr>
              <a:t> +e</a:t>
            </a:r>
            <a:r>
              <a:rPr lang="en-US" altLang="en-US" b="1" i="1" baseline="-25000">
                <a:ea typeface="ＭＳ Ｐゴシック" panose="020B0600070205080204" pitchFamily="34" charset="-128"/>
              </a:rPr>
              <a:t>4</a:t>
            </a:r>
            <a:r>
              <a:rPr lang="en-US" altLang="en-US" b="1" i="1">
                <a:ea typeface="ＭＳ Ｐゴシック" panose="020B0600070205080204" pitchFamily="34" charset="-128"/>
              </a:rPr>
              <a:t> = r, 0 ≤ e</a:t>
            </a:r>
            <a:r>
              <a:rPr lang="en-US" altLang="en-US" b="1" i="1" baseline="-25000">
                <a:ea typeface="ＭＳ Ｐゴシック" panose="020B0600070205080204" pitchFamily="34" charset="-128"/>
              </a:rPr>
              <a:t>i</a:t>
            </a:r>
          </a:p>
          <a:p>
            <a:r>
              <a:rPr lang="en-US" altLang="en-US" b="1">
                <a:ea typeface="ＭＳ Ｐゴシック" panose="020B0600070205080204" pitchFamily="34" charset="-128"/>
              </a:rPr>
              <a:t>(e) </a:t>
            </a:r>
            <a:r>
              <a:rPr lang="en-US" altLang="en-US" b="1" i="1">
                <a:ea typeface="ＭＳ Ｐゴシック" panose="020B0600070205080204" pitchFamily="34" charset="-128"/>
              </a:rPr>
              <a:t>e</a:t>
            </a:r>
            <a:r>
              <a:rPr lang="en-US" altLang="en-US" b="1" i="1" baseline="-25000">
                <a:ea typeface="ＭＳ Ｐゴシック" panose="020B0600070205080204" pitchFamily="34" charset="-128"/>
              </a:rPr>
              <a:t>1</a:t>
            </a:r>
            <a:r>
              <a:rPr lang="en-US" altLang="en-US" b="1" i="1">
                <a:ea typeface="ＭＳ Ｐゴシック" panose="020B0600070205080204" pitchFamily="34" charset="-128"/>
              </a:rPr>
              <a:t> +e</a:t>
            </a:r>
            <a:r>
              <a:rPr lang="en-US" altLang="en-US" b="1" i="1" baseline="-25000">
                <a:ea typeface="ＭＳ Ｐゴシック" panose="020B0600070205080204" pitchFamily="34" charset="-128"/>
              </a:rPr>
              <a:t>2</a:t>
            </a:r>
            <a:r>
              <a:rPr lang="en-US" altLang="en-US" b="1" i="1">
                <a:ea typeface="ＭＳ Ｐゴシック" panose="020B0600070205080204" pitchFamily="34" charset="-128"/>
              </a:rPr>
              <a:t> +e</a:t>
            </a:r>
            <a:r>
              <a:rPr lang="en-US" altLang="en-US" b="1" i="1" baseline="-25000">
                <a:ea typeface="ＭＳ Ｐゴシック" panose="020B0600070205080204" pitchFamily="34" charset="-128"/>
              </a:rPr>
              <a:t>3</a:t>
            </a:r>
            <a:r>
              <a:rPr lang="en-US" altLang="en-US" b="1" i="1">
                <a:ea typeface="ＭＳ Ｐゴシック" panose="020B0600070205080204" pitchFamily="34" charset="-128"/>
              </a:rPr>
              <a:t> +e</a:t>
            </a:r>
            <a:r>
              <a:rPr lang="en-US" altLang="en-US" b="1" i="1" baseline="-25000">
                <a:ea typeface="ＭＳ Ｐゴシック" panose="020B0600070205080204" pitchFamily="34" charset="-128"/>
              </a:rPr>
              <a:t>4</a:t>
            </a:r>
            <a:r>
              <a:rPr lang="en-US" altLang="en-US" b="1" i="1">
                <a:ea typeface="ＭＳ Ｐゴシック" panose="020B0600070205080204" pitchFamily="34" charset="-128"/>
              </a:rPr>
              <a:t> = r, 0 &lt; e</a:t>
            </a:r>
            <a:r>
              <a:rPr lang="en-US" altLang="en-US" b="1" i="1" baseline="-25000">
                <a:ea typeface="ＭＳ Ｐゴシック" panose="020B0600070205080204" pitchFamily="34" charset="-128"/>
              </a:rPr>
              <a:t>i</a:t>
            </a:r>
            <a:r>
              <a:rPr lang="en-US" altLang="en-US" b="1" i="1">
                <a:ea typeface="ＭＳ Ｐゴシック" panose="020B0600070205080204" pitchFamily="34" charset="-128"/>
              </a:rPr>
              <a:t> ; e</a:t>
            </a:r>
            <a:r>
              <a:rPr lang="en-US" altLang="en-US" b="1" i="1" baseline="-25000">
                <a:ea typeface="ＭＳ Ｐゴシック" panose="020B0600070205080204" pitchFamily="34" charset="-128"/>
              </a:rPr>
              <a:t>2</a:t>
            </a:r>
            <a:r>
              <a:rPr lang="en-US" altLang="en-US" b="1" i="1">
                <a:ea typeface="ＭＳ Ｐゴシック" panose="020B0600070205080204" pitchFamily="34" charset="-128"/>
              </a:rPr>
              <a:t> , e</a:t>
            </a:r>
            <a:r>
              <a:rPr lang="en-US" altLang="en-US" b="1" i="1" baseline="-25000">
                <a:ea typeface="ＭＳ Ｐゴシック" panose="020B0600070205080204" pitchFamily="34" charset="-128"/>
              </a:rPr>
              <a:t>4</a:t>
            </a:r>
            <a:r>
              <a:rPr lang="en-US" altLang="en-US" b="1" i="1">
                <a:ea typeface="ＭＳ Ｐゴシック" panose="020B0600070205080204" pitchFamily="34" charset="-128"/>
              </a:rPr>
              <a:t> odd; e</a:t>
            </a:r>
            <a:r>
              <a:rPr lang="en-US" altLang="en-US" b="1" i="1" baseline="-25000">
                <a:ea typeface="ＭＳ Ｐゴシック" panose="020B0600070205080204" pitchFamily="34" charset="-128"/>
              </a:rPr>
              <a:t>4</a:t>
            </a:r>
            <a:r>
              <a:rPr lang="en-US" altLang="en-US" b="1" i="1">
                <a:ea typeface="ＭＳ Ｐゴシック" panose="020B0600070205080204" pitchFamily="34" charset="-128"/>
              </a:rPr>
              <a:t> ≤ 3</a:t>
            </a:r>
            <a:endParaRPr lang="en-US" altLang="en-US">
              <a:ea typeface="ＭＳ Ｐゴシック" panose="020B0600070205080204" pitchFamily="34" charset="-128"/>
            </a:endParaRPr>
          </a:p>
          <a:p>
            <a:pPr eaLnBrk="1" hangingPunct="1"/>
            <a:endParaRPr lang="en-US" altLang="en-US">
              <a:ea typeface="ＭＳ Ｐゴシック" panose="020B0600070205080204" pitchFamily="34" charset="-128"/>
            </a:endParaRPr>
          </a:p>
          <a:p>
            <a:pPr eaLnBrk="1" hangingPunct="1">
              <a:buFont typeface="Wingdings" pitchFamily="2" charset="2"/>
              <a:buNone/>
            </a:pPr>
            <a:endParaRPr lang="en-US" altLang="en-US">
              <a:ea typeface="ＭＳ Ｐゴシック" panose="020B0600070205080204" pitchFamily="34" charset="-128"/>
            </a:endParaRPr>
          </a:p>
        </p:txBody>
      </p:sp>
    </p:spTree>
    <p:extLst>
      <p:ext uri="{BB962C8B-B14F-4D97-AF65-F5344CB8AC3E}">
        <p14:creationId xmlns:p14="http://schemas.microsoft.com/office/powerpoint/2010/main" val="215487332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9" name="Title 1">
            <a:extLst>
              <a:ext uri="{FF2B5EF4-FFF2-40B4-BE49-F238E27FC236}">
                <a16:creationId xmlns:a16="http://schemas.microsoft.com/office/drawing/2014/main" id="{0E3ACA01-0DC1-9947-B818-7A7DD1A41B89}"/>
              </a:ext>
            </a:extLst>
          </p:cNvPr>
          <p:cNvSpPr>
            <a:spLocks noGrp="1"/>
          </p:cNvSpPr>
          <p:nvPr>
            <p:ph type="title"/>
          </p:nvPr>
        </p:nvSpPr>
        <p:spPr>
          <a:xfrm>
            <a:off x="2086510" y="1934966"/>
            <a:ext cx="8331200" cy="1143000"/>
          </a:xfrm>
        </p:spPr>
        <p:txBody>
          <a:bodyPr>
            <a:normAutofit fontScale="90000"/>
          </a:bodyPr>
          <a:lstStyle/>
          <a:p>
            <a:r>
              <a:rPr lang="en-US" altLang="en-US" b="1" dirty="0">
                <a:ea typeface="ＭＳ Ｐゴシック" panose="020B0600070205080204" pitchFamily="34" charset="-128"/>
              </a:rPr>
              <a:t>(a) </a:t>
            </a:r>
            <a:r>
              <a:rPr lang="en-US" altLang="en-US" b="1" i="1" dirty="0">
                <a:ea typeface="ＭＳ Ｐゴシック" panose="020B0600070205080204" pitchFamily="34" charset="-128"/>
              </a:rPr>
              <a:t>e</a:t>
            </a:r>
            <a:r>
              <a:rPr lang="en-US" altLang="en-US" b="1" i="1" baseline="-25000" dirty="0">
                <a:ea typeface="ＭＳ Ｐゴシック" panose="020B0600070205080204" pitchFamily="34" charset="-128"/>
              </a:rPr>
              <a:t>1</a:t>
            </a:r>
            <a:r>
              <a:rPr lang="en-US" altLang="en-US" b="1" i="1" dirty="0">
                <a:ea typeface="ＭＳ Ｐゴシック" panose="020B0600070205080204" pitchFamily="34" charset="-128"/>
              </a:rPr>
              <a:t> +e</a:t>
            </a:r>
            <a:r>
              <a:rPr lang="en-US" altLang="en-US" b="1" i="1" baseline="-25000" dirty="0">
                <a:ea typeface="ＭＳ Ｐゴシック" panose="020B0600070205080204" pitchFamily="34" charset="-128"/>
              </a:rPr>
              <a:t>2</a:t>
            </a:r>
            <a:r>
              <a:rPr lang="en-US" altLang="en-US" b="1" i="1" dirty="0">
                <a:ea typeface="ＭＳ Ｐゴシック" panose="020B0600070205080204" pitchFamily="34" charset="-128"/>
              </a:rPr>
              <a:t> +e</a:t>
            </a:r>
            <a:r>
              <a:rPr lang="en-US" altLang="en-US" b="1" i="1" baseline="-25000" dirty="0">
                <a:ea typeface="ＭＳ Ｐゴシック" panose="020B0600070205080204" pitchFamily="34" charset="-128"/>
              </a:rPr>
              <a:t>3</a:t>
            </a:r>
            <a:r>
              <a:rPr lang="en-US" altLang="en-US" b="1" i="1" dirty="0">
                <a:ea typeface="ＭＳ Ｐゴシック" panose="020B0600070205080204" pitchFamily="34" charset="-128"/>
              </a:rPr>
              <a:t> +e</a:t>
            </a:r>
            <a:r>
              <a:rPr lang="en-US" altLang="en-US" b="1" i="1" baseline="-25000" dirty="0">
                <a:ea typeface="ＭＳ Ｐゴシック" panose="020B0600070205080204" pitchFamily="34" charset="-128"/>
              </a:rPr>
              <a:t>4</a:t>
            </a:r>
            <a:r>
              <a:rPr lang="en-US" altLang="en-US" b="1" i="1" dirty="0">
                <a:ea typeface="ＭＳ Ｐゴシック" panose="020B0600070205080204" pitchFamily="34" charset="-128"/>
              </a:rPr>
              <a:t> +e</a:t>
            </a:r>
            <a:r>
              <a:rPr lang="en-US" altLang="en-US" b="1" i="1" baseline="-25000" dirty="0">
                <a:ea typeface="ＭＳ Ｐゴシック" panose="020B0600070205080204" pitchFamily="34" charset="-128"/>
              </a:rPr>
              <a:t>5</a:t>
            </a:r>
            <a:r>
              <a:rPr lang="en-US" altLang="en-US" b="1" i="1" dirty="0">
                <a:ea typeface="ＭＳ Ｐゴシック" panose="020B0600070205080204" pitchFamily="34" charset="-128"/>
              </a:rPr>
              <a:t> = r,   0 ≤ </a:t>
            </a:r>
            <a:r>
              <a:rPr lang="en-US" altLang="en-US" b="1" i="1" dirty="0" err="1">
                <a:ea typeface="ＭＳ Ｐゴシック" panose="020B0600070205080204" pitchFamily="34" charset="-128"/>
              </a:rPr>
              <a:t>e</a:t>
            </a:r>
            <a:r>
              <a:rPr lang="en-US" altLang="en-US" b="1" i="1" baseline="-25000" dirty="0" err="1">
                <a:ea typeface="ＭＳ Ｐゴシック" panose="020B0600070205080204" pitchFamily="34" charset="-128"/>
              </a:rPr>
              <a:t>i</a:t>
            </a:r>
            <a:r>
              <a:rPr lang="en-US" altLang="en-US" b="1" i="1" dirty="0">
                <a:ea typeface="ＭＳ Ｐゴシック" panose="020B0600070205080204" pitchFamily="34" charset="-128"/>
              </a:rPr>
              <a:t> ≤ 5</a:t>
            </a:r>
            <a:br>
              <a:rPr lang="en-US" altLang="en-US" b="1" i="1" dirty="0">
                <a:ea typeface="ＭＳ Ｐゴシック" panose="020B0600070205080204" pitchFamily="34" charset="-128"/>
              </a:rPr>
            </a:br>
            <a:endParaRPr lang="en-US" altLang="en-US" dirty="0">
              <a:ea typeface="ＭＳ Ｐゴシック" panose="020B0600070205080204" pitchFamily="34" charset="-128"/>
            </a:endParaRPr>
          </a:p>
        </p:txBody>
      </p:sp>
      <p:graphicFrame>
        <p:nvGraphicFramePr>
          <p:cNvPr id="37893" name="Content Placeholder 6">
            <a:extLst>
              <a:ext uri="{FF2B5EF4-FFF2-40B4-BE49-F238E27FC236}">
                <a16:creationId xmlns:a16="http://schemas.microsoft.com/office/drawing/2014/main" id="{119BCBCA-237F-704C-A5DD-DBF1E7631398}"/>
              </a:ext>
            </a:extLst>
          </p:cNvPr>
          <p:cNvGraphicFramePr>
            <a:graphicFrameLocks noGrp="1" noChangeAspect="1"/>
          </p:cNvGraphicFramePr>
          <p:nvPr>
            <p:ph idx="1"/>
          </p:nvPr>
        </p:nvGraphicFramePr>
        <p:xfrm>
          <a:off x="2649538" y="3359151"/>
          <a:ext cx="6394450" cy="1439863"/>
        </p:xfrm>
        <a:graphic>
          <a:graphicData uri="http://schemas.openxmlformats.org/presentationml/2006/ole">
            <mc:AlternateContent xmlns:mc="http://schemas.openxmlformats.org/markup-compatibility/2006">
              <mc:Choice xmlns:v="urn:schemas-microsoft-com:vml" Requires="v">
                <p:oleObj spid="_x0000_s13314" name="Equation" r:id="rId3" imgW="1409700" imgH="317500" progId="Equation.3">
                  <p:embed/>
                </p:oleObj>
              </mc:Choice>
              <mc:Fallback>
                <p:oleObj name="Equation" r:id="rId3" imgW="1409700" imgH="317500" progId="Equation.3">
                  <p:embed/>
                  <p:pic>
                    <p:nvPicPr>
                      <p:cNvPr id="37893" name="Content Placeholder 6">
                        <a:extLst>
                          <a:ext uri="{FF2B5EF4-FFF2-40B4-BE49-F238E27FC236}">
                            <a16:creationId xmlns:a16="http://schemas.microsoft.com/office/drawing/2014/main" id="{119BCBCA-237F-704C-A5DD-DBF1E7631398}"/>
                          </a:ext>
                        </a:extLst>
                      </p:cNvPr>
                      <p:cNvPicPr>
                        <a:picLocks noGrp="1"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49538" y="3359151"/>
                        <a:ext cx="6394450" cy="1439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65488999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3" name="Title 1">
            <a:extLst>
              <a:ext uri="{FF2B5EF4-FFF2-40B4-BE49-F238E27FC236}">
                <a16:creationId xmlns:a16="http://schemas.microsoft.com/office/drawing/2014/main" id="{446CBE74-2781-784A-9797-08E386D70E30}"/>
              </a:ext>
            </a:extLst>
          </p:cNvPr>
          <p:cNvSpPr>
            <a:spLocks noGrp="1"/>
          </p:cNvSpPr>
          <p:nvPr>
            <p:ph type="title"/>
          </p:nvPr>
        </p:nvSpPr>
        <p:spPr>
          <a:xfrm>
            <a:off x="2019300" y="1842784"/>
            <a:ext cx="8331200" cy="1143000"/>
          </a:xfrm>
        </p:spPr>
        <p:txBody>
          <a:bodyPr>
            <a:normAutofit fontScale="90000"/>
          </a:bodyPr>
          <a:lstStyle/>
          <a:p>
            <a:r>
              <a:rPr lang="en-US" altLang="en-US" b="1" dirty="0">
                <a:ea typeface="ＭＳ Ｐゴシック" panose="020B0600070205080204" pitchFamily="34" charset="-128"/>
              </a:rPr>
              <a:t>(c) </a:t>
            </a:r>
            <a:r>
              <a:rPr lang="en-US" altLang="en-US" b="1" i="1" dirty="0">
                <a:ea typeface="ＭＳ Ｐゴシック" panose="020B0600070205080204" pitchFamily="34" charset="-128"/>
              </a:rPr>
              <a:t>e</a:t>
            </a:r>
            <a:r>
              <a:rPr lang="en-US" altLang="en-US" b="1" i="1" baseline="-25000" dirty="0">
                <a:ea typeface="ＭＳ Ｐゴシック" panose="020B0600070205080204" pitchFamily="34" charset="-128"/>
              </a:rPr>
              <a:t>1</a:t>
            </a:r>
            <a:r>
              <a:rPr lang="en-US" altLang="en-US" b="1" i="1" dirty="0">
                <a:ea typeface="ＭＳ Ｐゴシック" panose="020B0600070205080204" pitchFamily="34" charset="-128"/>
              </a:rPr>
              <a:t> +e</a:t>
            </a:r>
            <a:r>
              <a:rPr lang="en-US" altLang="en-US" b="1" i="1" baseline="-25000" dirty="0">
                <a:ea typeface="ＭＳ Ｐゴシック" panose="020B0600070205080204" pitchFamily="34" charset="-128"/>
              </a:rPr>
              <a:t>2</a:t>
            </a:r>
            <a:r>
              <a:rPr lang="en-US" altLang="en-US" b="1" i="1" dirty="0">
                <a:ea typeface="ＭＳ Ｐゴシック" panose="020B0600070205080204" pitchFamily="34" charset="-128"/>
              </a:rPr>
              <a:t> +e</a:t>
            </a:r>
            <a:r>
              <a:rPr lang="en-US" altLang="en-US" b="1" i="1" baseline="-25000" dirty="0">
                <a:ea typeface="ＭＳ Ｐゴシック" panose="020B0600070205080204" pitchFamily="34" charset="-128"/>
              </a:rPr>
              <a:t>3</a:t>
            </a:r>
            <a:r>
              <a:rPr lang="en-US" altLang="en-US" b="1" i="1" dirty="0">
                <a:ea typeface="ＭＳ Ｐゴシック" panose="020B0600070205080204" pitchFamily="34" charset="-128"/>
              </a:rPr>
              <a:t> +e</a:t>
            </a:r>
            <a:r>
              <a:rPr lang="en-US" altLang="en-US" b="1" i="1" baseline="-25000" dirty="0">
                <a:ea typeface="ＭＳ Ｐゴシック" panose="020B0600070205080204" pitchFamily="34" charset="-128"/>
              </a:rPr>
              <a:t>4</a:t>
            </a:r>
            <a:r>
              <a:rPr lang="en-US" altLang="en-US" b="1" i="1" dirty="0">
                <a:ea typeface="ＭＳ Ｐゴシック" panose="020B0600070205080204" pitchFamily="34" charset="-128"/>
              </a:rPr>
              <a:t> = r, 2 ≤ </a:t>
            </a:r>
            <a:r>
              <a:rPr lang="en-US" altLang="en-US" b="1" i="1" dirty="0" err="1">
                <a:ea typeface="ＭＳ Ｐゴシック" panose="020B0600070205080204" pitchFamily="34" charset="-128"/>
              </a:rPr>
              <a:t>e</a:t>
            </a:r>
            <a:r>
              <a:rPr lang="en-US" altLang="en-US" b="1" i="1" baseline="-25000" dirty="0" err="1">
                <a:ea typeface="ＭＳ Ｐゴシック" panose="020B0600070205080204" pitchFamily="34" charset="-128"/>
              </a:rPr>
              <a:t>i</a:t>
            </a:r>
            <a:r>
              <a:rPr lang="en-US" altLang="en-US" b="1" i="1" dirty="0">
                <a:ea typeface="ＭＳ Ｐゴシック" panose="020B0600070205080204" pitchFamily="34" charset="-128"/>
              </a:rPr>
              <a:t> ≤ 7 ;</a:t>
            </a:r>
            <a:br>
              <a:rPr lang="en-US" altLang="en-US" b="1" i="1" dirty="0">
                <a:ea typeface="ＭＳ Ｐゴシック" panose="020B0600070205080204" pitchFamily="34" charset="-128"/>
              </a:rPr>
            </a:br>
            <a:r>
              <a:rPr lang="en-US" altLang="en-US" b="1" i="1" dirty="0">
                <a:ea typeface="ＭＳ Ｐゴシック" panose="020B0600070205080204" pitchFamily="34" charset="-128"/>
              </a:rPr>
              <a:t> e</a:t>
            </a:r>
            <a:r>
              <a:rPr lang="en-US" altLang="en-US" b="1" i="1" baseline="-25000" dirty="0">
                <a:ea typeface="ＭＳ Ｐゴシック" panose="020B0600070205080204" pitchFamily="34" charset="-128"/>
              </a:rPr>
              <a:t>1</a:t>
            </a:r>
            <a:r>
              <a:rPr lang="en-US" altLang="en-US" b="1" i="1" dirty="0">
                <a:ea typeface="ＭＳ Ｐゴシック" panose="020B0600070205080204" pitchFamily="34" charset="-128"/>
              </a:rPr>
              <a:t> even; e</a:t>
            </a:r>
            <a:r>
              <a:rPr lang="en-US" altLang="en-US" b="1" i="1" baseline="-25000" dirty="0">
                <a:ea typeface="ＭＳ Ｐゴシック" panose="020B0600070205080204" pitchFamily="34" charset="-128"/>
              </a:rPr>
              <a:t>2</a:t>
            </a:r>
            <a:r>
              <a:rPr lang="en-US" altLang="en-US" b="1" i="1" dirty="0">
                <a:ea typeface="ＭＳ Ｐゴシック" panose="020B0600070205080204" pitchFamily="34" charset="-128"/>
              </a:rPr>
              <a:t> odd</a:t>
            </a:r>
            <a:br>
              <a:rPr lang="en-US" altLang="en-US" b="1" i="1" dirty="0">
                <a:ea typeface="ＭＳ Ｐゴシック" panose="020B0600070205080204" pitchFamily="34" charset="-128"/>
              </a:rPr>
            </a:br>
            <a:r>
              <a:rPr lang="en-US" altLang="en-US" b="1" i="1" dirty="0">
                <a:ea typeface="ＭＳ Ｐゴシック" panose="020B0600070205080204" pitchFamily="34" charset="-128"/>
              </a:rPr>
              <a:t/>
            </a:r>
            <a:br>
              <a:rPr lang="en-US" altLang="en-US" b="1" i="1" dirty="0">
                <a:ea typeface="ＭＳ Ｐゴシック" panose="020B0600070205080204" pitchFamily="34" charset="-128"/>
              </a:rPr>
            </a:br>
            <a:endParaRPr lang="en-US" altLang="en-US" dirty="0">
              <a:ea typeface="ＭＳ Ｐゴシック" panose="020B0600070205080204" pitchFamily="34" charset="-128"/>
            </a:endParaRPr>
          </a:p>
        </p:txBody>
      </p:sp>
      <p:graphicFrame>
        <p:nvGraphicFramePr>
          <p:cNvPr id="38917" name="Content Placeholder 6">
            <a:extLst>
              <a:ext uri="{FF2B5EF4-FFF2-40B4-BE49-F238E27FC236}">
                <a16:creationId xmlns:a16="http://schemas.microsoft.com/office/drawing/2014/main" id="{0EEB8BD8-5555-F249-B2B1-FBD1BA6351C8}"/>
              </a:ext>
            </a:extLst>
          </p:cNvPr>
          <p:cNvGraphicFramePr>
            <a:graphicFrameLocks noGrp="1" noChangeAspect="1"/>
          </p:cNvGraphicFramePr>
          <p:nvPr>
            <p:ph idx="1"/>
          </p:nvPr>
        </p:nvGraphicFramePr>
        <p:xfrm>
          <a:off x="1722438" y="3302000"/>
          <a:ext cx="8628062" cy="876300"/>
        </p:xfrm>
        <a:graphic>
          <a:graphicData uri="http://schemas.openxmlformats.org/presentationml/2006/ole">
            <mc:AlternateContent xmlns:mc="http://schemas.openxmlformats.org/markup-compatibility/2006">
              <mc:Choice xmlns:v="urn:schemas-microsoft-com:vml" Requires="v">
                <p:oleObj spid="_x0000_s14338" name="Equation" r:id="rId3" imgW="3124200" imgH="317500" progId="Equation.3">
                  <p:embed/>
                </p:oleObj>
              </mc:Choice>
              <mc:Fallback>
                <p:oleObj name="Equation" r:id="rId3" imgW="3124200" imgH="317500" progId="Equation.3">
                  <p:embed/>
                  <p:pic>
                    <p:nvPicPr>
                      <p:cNvPr id="38917" name="Content Placeholder 6">
                        <a:extLst>
                          <a:ext uri="{FF2B5EF4-FFF2-40B4-BE49-F238E27FC236}">
                            <a16:creationId xmlns:a16="http://schemas.microsoft.com/office/drawing/2014/main" id="{0EEB8BD8-5555-F249-B2B1-FBD1BA6351C8}"/>
                          </a:ext>
                        </a:extLst>
                      </p:cNvPr>
                      <p:cNvPicPr>
                        <a:picLocks noGrp="1"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22438" y="3302000"/>
                        <a:ext cx="8628062" cy="876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223593439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7" name="Title 1">
            <a:extLst>
              <a:ext uri="{FF2B5EF4-FFF2-40B4-BE49-F238E27FC236}">
                <a16:creationId xmlns:a16="http://schemas.microsoft.com/office/drawing/2014/main" id="{7C927120-698B-A34E-9AE3-D02C4EFD20EC}"/>
              </a:ext>
            </a:extLst>
          </p:cNvPr>
          <p:cNvSpPr>
            <a:spLocks noGrp="1"/>
          </p:cNvSpPr>
          <p:nvPr>
            <p:ph type="title"/>
          </p:nvPr>
        </p:nvSpPr>
        <p:spPr>
          <a:xfrm>
            <a:off x="2216364" y="1996897"/>
            <a:ext cx="8331200" cy="1143000"/>
          </a:xfrm>
        </p:spPr>
        <p:txBody>
          <a:bodyPr>
            <a:normAutofit fontScale="90000"/>
          </a:bodyPr>
          <a:lstStyle/>
          <a:p>
            <a:r>
              <a:rPr lang="en-US" altLang="en-US" b="1" dirty="0">
                <a:ea typeface="ＭＳ Ｐゴシック" panose="020B0600070205080204" pitchFamily="34" charset="-128"/>
              </a:rPr>
              <a:t>(d) </a:t>
            </a:r>
            <a:r>
              <a:rPr lang="en-US" altLang="en-US" b="1" i="1" dirty="0">
                <a:ea typeface="ＭＳ Ｐゴシック" panose="020B0600070205080204" pitchFamily="34" charset="-128"/>
              </a:rPr>
              <a:t>e</a:t>
            </a:r>
            <a:r>
              <a:rPr lang="en-US" altLang="en-US" b="1" i="1" baseline="-25000" dirty="0">
                <a:ea typeface="ＭＳ Ｐゴシック" panose="020B0600070205080204" pitchFamily="34" charset="-128"/>
              </a:rPr>
              <a:t>1</a:t>
            </a:r>
            <a:r>
              <a:rPr lang="en-US" altLang="en-US" b="1" i="1" dirty="0">
                <a:ea typeface="ＭＳ Ｐゴシック" panose="020B0600070205080204" pitchFamily="34" charset="-128"/>
              </a:rPr>
              <a:t> +e</a:t>
            </a:r>
            <a:r>
              <a:rPr lang="en-US" altLang="en-US" b="1" i="1" baseline="-25000" dirty="0">
                <a:ea typeface="ＭＳ Ｐゴシック" panose="020B0600070205080204" pitchFamily="34" charset="-128"/>
              </a:rPr>
              <a:t>2</a:t>
            </a:r>
            <a:r>
              <a:rPr lang="en-US" altLang="en-US" b="1" i="1" dirty="0">
                <a:ea typeface="ＭＳ Ｐゴシック" panose="020B0600070205080204" pitchFamily="34" charset="-128"/>
              </a:rPr>
              <a:t> +e</a:t>
            </a:r>
            <a:r>
              <a:rPr lang="en-US" altLang="en-US" b="1" i="1" baseline="-25000" dirty="0">
                <a:ea typeface="ＭＳ Ｐゴシック" panose="020B0600070205080204" pitchFamily="34" charset="-128"/>
              </a:rPr>
              <a:t>3</a:t>
            </a:r>
            <a:r>
              <a:rPr lang="en-US" altLang="en-US" b="1" i="1" dirty="0">
                <a:ea typeface="ＭＳ Ｐゴシック" panose="020B0600070205080204" pitchFamily="34" charset="-128"/>
              </a:rPr>
              <a:t> +e</a:t>
            </a:r>
            <a:r>
              <a:rPr lang="en-US" altLang="en-US" b="1" i="1" baseline="-25000" dirty="0">
                <a:ea typeface="ＭＳ Ｐゴシック" panose="020B0600070205080204" pitchFamily="34" charset="-128"/>
              </a:rPr>
              <a:t>4</a:t>
            </a:r>
            <a:r>
              <a:rPr lang="en-US" altLang="en-US" b="1" i="1" dirty="0">
                <a:ea typeface="ＭＳ Ｐゴシック" panose="020B0600070205080204" pitchFamily="34" charset="-128"/>
              </a:rPr>
              <a:t> = r, 0 ≤ </a:t>
            </a:r>
            <a:r>
              <a:rPr lang="en-US" altLang="en-US" b="1" i="1" dirty="0" err="1">
                <a:ea typeface="ＭＳ Ｐゴシック" panose="020B0600070205080204" pitchFamily="34" charset="-128"/>
              </a:rPr>
              <a:t>e</a:t>
            </a:r>
            <a:r>
              <a:rPr lang="en-US" altLang="en-US" b="1" i="1" baseline="-25000" dirty="0" err="1">
                <a:ea typeface="ＭＳ Ｐゴシック" panose="020B0600070205080204" pitchFamily="34" charset="-128"/>
              </a:rPr>
              <a:t>i</a:t>
            </a:r>
            <a:r>
              <a:rPr lang="en-US" altLang="en-US" b="1" i="1" baseline="-25000" dirty="0">
                <a:ea typeface="ＭＳ Ｐゴシック" panose="020B0600070205080204" pitchFamily="34" charset="-128"/>
              </a:rPr>
              <a:t/>
            </a:r>
            <a:br>
              <a:rPr lang="en-US" altLang="en-US" b="1" i="1" baseline="-25000" dirty="0">
                <a:ea typeface="ＭＳ Ｐゴシック" panose="020B0600070205080204" pitchFamily="34" charset="-128"/>
              </a:rPr>
            </a:br>
            <a:r>
              <a:rPr lang="en-US" altLang="en-US" b="1" i="1" dirty="0">
                <a:ea typeface="ＭＳ Ｐゴシック" panose="020B0600070205080204" pitchFamily="34" charset="-128"/>
              </a:rPr>
              <a:t/>
            </a:r>
            <a:br>
              <a:rPr lang="en-US" altLang="en-US" b="1" i="1" dirty="0">
                <a:ea typeface="ＭＳ Ｐゴシック" panose="020B0600070205080204" pitchFamily="34" charset="-128"/>
              </a:rPr>
            </a:br>
            <a:r>
              <a:rPr lang="en-US" altLang="en-US" b="1" i="1" dirty="0">
                <a:ea typeface="ＭＳ Ｐゴシック" panose="020B0600070205080204" pitchFamily="34" charset="-128"/>
              </a:rPr>
              <a:t/>
            </a:r>
            <a:br>
              <a:rPr lang="en-US" altLang="en-US" b="1" i="1" dirty="0">
                <a:ea typeface="ＭＳ Ｐゴシック" panose="020B0600070205080204" pitchFamily="34" charset="-128"/>
              </a:rPr>
            </a:br>
            <a:endParaRPr lang="en-US" altLang="en-US" dirty="0">
              <a:ea typeface="ＭＳ Ｐゴシック" panose="020B0600070205080204" pitchFamily="34" charset="-128"/>
            </a:endParaRPr>
          </a:p>
        </p:txBody>
      </p:sp>
      <p:graphicFrame>
        <p:nvGraphicFramePr>
          <p:cNvPr id="39941" name="Content Placeholder 6">
            <a:extLst>
              <a:ext uri="{FF2B5EF4-FFF2-40B4-BE49-F238E27FC236}">
                <a16:creationId xmlns:a16="http://schemas.microsoft.com/office/drawing/2014/main" id="{14F81625-2C01-BE41-ACC8-7A814EE4604E}"/>
              </a:ext>
            </a:extLst>
          </p:cNvPr>
          <p:cNvGraphicFramePr>
            <a:graphicFrameLocks noGrp="1" noChangeAspect="1"/>
          </p:cNvGraphicFramePr>
          <p:nvPr>
            <p:ph idx="1"/>
          </p:nvPr>
        </p:nvGraphicFramePr>
        <p:xfrm>
          <a:off x="2905125" y="2744789"/>
          <a:ext cx="6554788" cy="1100137"/>
        </p:xfrm>
        <a:graphic>
          <a:graphicData uri="http://schemas.openxmlformats.org/presentationml/2006/ole">
            <mc:AlternateContent xmlns:mc="http://schemas.openxmlformats.org/markup-compatibility/2006">
              <mc:Choice xmlns:v="urn:schemas-microsoft-com:vml" Requires="v">
                <p:oleObj spid="_x0000_s15362" name="Equation" r:id="rId3" imgW="1892300" imgH="317500" progId="Equation.3">
                  <p:embed/>
                </p:oleObj>
              </mc:Choice>
              <mc:Fallback>
                <p:oleObj name="Equation" r:id="rId3" imgW="1892300" imgH="317500" progId="Equation.3">
                  <p:embed/>
                  <p:pic>
                    <p:nvPicPr>
                      <p:cNvPr id="39941" name="Content Placeholder 6">
                        <a:extLst>
                          <a:ext uri="{FF2B5EF4-FFF2-40B4-BE49-F238E27FC236}">
                            <a16:creationId xmlns:a16="http://schemas.microsoft.com/office/drawing/2014/main" id="{14F81625-2C01-BE41-ACC8-7A814EE4604E}"/>
                          </a:ext>
                        </a:extLst>
                      </p:cNvPr>
                      <p:cNvPicPr>
                        <a:picLocks noGrp="1"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05125" y="2744789"/>
                        <a:ext cx="6554788" cy="1100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380497302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1" name="Title 1">
            <a:extLst>
              <a:ext uri="{FF2B5EF4-FFF2-40B4-BE49-F238E27FC236}">
                <a16:creationId xmlns:a16="http://schemas.microsoft.com/office/drawing/2014/main" id="{7802CB87-5471-6543-A22D-5BBD608159FB}"/>
              </a:ext>
            </a:extLst>
          </p:cNvPr>
          <p:cNvSpPr>
            <a:spLocks noGrp="1"/>
          </p:cNvSpPr>
          <p:nvPr>
            <p:ph type="title"/>
          </p:nvPr>
        </p:nvSpPr>
        <p:spPr>
          <a:xfrm>
            <a:off x="2247186" y="2286000"/>
            <a:ext cx="8331200" cy="1143000"/>
          </a:xfrm>
        </p:spPr>
        <p:txBody>
          <a:bodyPr>
            <a:normAutofit fontScale="90000"/>
          </a:bodyPr>
          <a:lstStyle/>
          <a:p>
            <a:r>
              <a:rPr lang="en-US" altLang="en-US" b="1" dirty="0">
                <a:ea typeface="ＭＳ Ｐゴシック" panose="020B0600070205080204" pitchFamily="34" charset="-128"/>
              </a:rPr>
              <a:t>(e) </a:t>
            </a:r>
            <a:r>
              <a:rPr lang="en-US" altLang="en-US" b="1" i="1" dirty="0">
                <a:ea typeface="ＭＳ Ｐゴシック" panose="020B0600070205080204" pitchFamily="34" charset="-128"/>
              </a:rPr>
              <a:t>e</a:t>
            </a:r>
            <a:r>
              <a:rPr lang="en-US" altLang="en-US" b="1" i="1" baseline="-25000" dirty="0">
                <a:ea typeface="ＭＳ Ｐゴシック" panose="020B0600070205080204" pitchFamily="34" charset="-128"/>
              </a:rPr>
              <a:t>1</a:t>
            </a:r>
            <a:r>
              <a:rPr lang="en-US" altLang="en-US" b="1" i="1" dirty="0">
                <a:ea typeface="ＭＳ Ｐゴシック" panose="020B0600070205080204" pitchFamily="34" charset="-128"/>
              </a:rPr>
              <a:t> +e</a:t>
            </a:r>
            <a:r>
              <a:rPr lang="en-US" altLang="en-US" b="1" i="1" baseline="-25000" dirty="0">
                <a:ea typeface="ＭＳ Ｐゴシック" panose="020B0600070205080204" pitchFamily="34" charset="-128"/>
              </a:rPr>
              <a:t>2</a:t>
            </a:r>
            <a:r>
              <a:rPr lang="en-US" altLang="en-US" b="1" i="1" dirty="0">
                <a:ea typeface="ＭＳ Ｐゴシック" panose="020B0600070205080204" pitchFamily="34" charset="-128"/>
              </a:rPr>
              <a:t> +e</a:t>
            </a:r>
            <a:r>
              <a:rPr lang="en-US" altLang="en-US" b="1" i="1" baseline="-25000" dirty="0">
                <a:ea typeface="ＭＳ Ｐゴシック" panose="020B0600070205080204" pitchFamily="34" charset="-128"/>
              </a:rPr>
              <a:t>3</a:t>
            </a:r>
            <a:r>
              <a:rPr lang="en-US" altLang="en-US" b="1" i="1" dirty="0">
                <a:ea typeface="ＭＳ Ｐゴシック" panose="020B0600070205080204" pitchFamily="34" charset="-128"/>
              </a:rPr>
              <a:t> +e</a:t>
            </a:r>
            <a:r>
              <a:rPr lang="en-US" altLang="en-US" b="1" i="1" baseline="-25000" dirty="0">
                <a:ea typeface="ＭＳ Ｐゴシック" panose="020B0600070205080204" pitchFamily="34" charset="-128"/>
              </a:rPr>
              <a:t>4</a:t>
            </a:r>
            <a:r>
              <a:rPr lang="en-US" altLang="en-US" b="1" i="1" dirty="0">
                <a:ea typeface="ＭＳ Ｐゴシック" panose="020B0600070205080204" pitchFamily="34" charset="-128"/>
              </a:rPr>
              <a:t> = r,</a:t>
            </a:r>
            <a:br>
              <a:rPr lang="en-US" altLang="en-US" b="1" i="1" dirty="0">
                <a:ea typeface="ＭＳ Ｐゴシック" panose="020B0600070205080204" pitchFamily="34" charset="-128"/>
              </a:rPr>
            </a:br>
            <a:r>
              <a:rPr lang="en-US" altLang="en-US" b="1" i="1" dirty="0">
                <a:ea typeface="ＭＳ Ｐゴシック" panose="020B0600070205080204" pitchFamily="34" charset="-128"/>
              </a:rPr>
              <a:t> 0 &lt; </a:t>
            </a:r>
            <a:r>
              <a:rPr lang="en-US" altLang="en-US" b="1" i="1" dirty="0" err="1">
                <a:ea typeface="ＭＳ Ｐゴシック" panose="020B0600070205080204" pitchFamily="34" charset="-128"/>
              </a:rPr>
              <a:t>e</a:t>
            </a:r>
            <a:r>
              <a:rPr lang="en-US" altLang="en-US" b="1" i="1" baseline="-25000" dirty="0" err="1">
                <a:ea typeface="ＭＳ Ｐゴシック" panose="020B0600070205080204" pitchFamily="34" charset="-128"/>
              </a:rPr>
              <a:t>i</a:t>
            </a:r>
            <a:r>
              <a:rPr lang="en-US" altLang="en-US" b="1" i="1" dirty="0">
                <a:ea typeface="ＭＳ Ｐゴシック" panose="020B0600070205080204" pitchFamily="34" charset="-128"/>
              </a:rPr>
              <a:t> ; e</a:t>
            </a:r>
            <a:r>
              <a:rPr lang="en-US" altLang="en-US" b="1" i="1" baseline="-25000" dirty="0">
                <a:ea typeface="ＭＳ Ｐゴシック" panose="020B0600070205080204" pitchFamily="34" charset="-128"/>
              </a:rPr>
              <a:t>2</a:t>
            </a:r>
            <a:r>
              <a:rPr lang="en-US" altLang="en-US" b="1" i="1" dirty="0">
                <a:ea typeface="ＭＳ Ｐゴシック" panose="020B0600070205080204" pitchFamily="34" charset="-128"/>
              </a:rPr>
              <a:t> , e</a:t>
            </a:r>
            <a:r>
              <a:rPr lang="en-US" altLang="en-US" b="1" i="1" baseline="-25000" dirty="0">
                <a:ea typeface="ＭＳ Ｐゴシック" panose="020B0600070205080204" pitchFamily="34" charset="-128"/>
              </a:rPr>
              <a:t>4</a:t>
            </a:r>
            <a:r>
              <a:rPr lang="en-US" altLang="en-US" b="1" i="1" dirty="0">
                <a:ea typeface="ＭＳ Ｐゴシック" panose="020B0600070205080204" pitchFamily="34" charset="-128"/>
              </a:rPr>
              <a:t> odd; e</a:t>
            </a:r>
            <a:r>
              <a:rPr lang="en-US" altLang="en-US" b="1" i="1" baseline="-25000" dirty="0">
                <a:ea typeface="ＭＳ Ｐゴシック" panose="020B0600070205080204" pitchFamily="34" charset="-128"/>
              </a:rPr>
              <a:t>4</a:t>
            </a:r>
            <a:r>
              <a:rPr lang="en-US" altLang="en-US" b="1" i="1" dirty="0">
                <a:ea typeface="ＭＳ Ｐゴシック" panose="020B0600070205080204" pitchFamily="34" charset="-128"/>
              </a:rPr>
              <a:t> ≤ 3</a:t>
            </a:r>
            <a:r>
              <a:rPr lang="en-US" altLang="en-US" dirty="0">
                <a:ea typeface="ＭＳ Ｐゴシック" panose="020B0600070205080204" pitchFamily="34" charset="-128"/>
              </a:rPr>
              <a:t/>
            </a:r>
            <a:br>
              <a:rPr lang="en-US" altLang="en-US" dirty="0">
                <a:ea typeface="ＭＳ Ｐゴシック" panose="020B0600070205080204" pitchFamily="34" charset="-128"/>
              </a:rPr>
            </a:br>
            <a:r>
              <a:rPr lang="en-US" altLang="en-US" b="1" i="1" dirty="0">
                <a:ea typeface="ＭＳ Ｐゴシック" panose="020B0600070205080204" pitchFamily="34" charset="-128"/>
              </a:rPr>
              <a:t/>
            </a:r>
            <a:br>
              <a:rPr lang="en-US" altLang="en-US" b="1" i="1" dirty="0">
                <a:ea typeface="ＭＳ Ｐゴシック" panose="020B0600070205080204" pitchFamily="34" charset="-128"/>
              </a:rPr>
            </a:br>
            <a:r>
              <a:rPr lang="en-US" altLang="en-US" b="1" i="1" dirty="0">
                <a:ea typeface="ＭＳ Ｐゴシック" panose="020B0600070205080204" pitchFamily="34" charset="-128"/>
              </a:rPr>
              <a:t/>
            </a:r>
            <a:br>
              <a:rPr lang="en-US" altLang="en-US" b="1" i="1" dirty="0">
                <a:ea typeface="ＭＳ Ｐゴシック" panose="020B0600070205080204" pitchFamily="34" charset="-128"/>
              </a:rPr>
            </a:br>
            <a:endParaRPr lang="en-US" altLang="en-US" dirty="0">
              <a:ea typeface="ＭＳ Ｐゴシック" panose="020B0600070205080204" pitchFamily="34" charset="-128"/>
            </a:endParaRPr>
          </a:p>
        </p:txBody>
      </p:sp>
      <p:graphicFrame>
        <p:nvGraphicFramePr>
          <p:cNvPr id="40965" name="Content Placeholder 6">
            <a:extLst>
              <a:ext uri="{FF2B5EF4-FFF2-40B4-BE49-F238E27FC236}">
                <a16:creationId xmlns:a16="http://schemas.microsoft.com/office/drawing/2014/main" id="{E95659E2-59DA-0D4F-87E2-C41764E7914F}"/>
              </a:ext>
            </a:extLst>
          </p:cNvPr>
          <p:cNvGraphicFramePr>
            <a:graphicFrameLocks noGrp="1" noChangeAspect="1"/>
          </p:cNvGraphicFramePr>
          <p:nvPr>
            <p:ph idx="1"/>
          </p:nvPr>
        </p:nvGraphicFramePr>
        <p:xfrm>
          <a:off x="3179763" y="2978151"/>
          <a:ext cx="6005512" cy="633413"/>
        </p:xfrm>
        <a:graphic>
          <a:graphicData uri="http://schemas.openxmlformats.org/presentationml/2006/ole">
            <mc:AlternateContent xmlns:mc="http://schemas.openxmlformats.org/markup-compatibility/2006">
              <mc:Choice xmlns:v="urn:schemas-microsoft-com:vml" Requires="v">
                <p:oleObj spid="_x0000_s16386" name="Equation" r:id="rId3" imgW="3009900" imgH="317500" progId="Equation.3">
                  <p:embed/>
                </p:oleObj>
              </mc:Choice>
              <mc:Fallback>
                <p:oleObj name="Equation" r:id="rId3" imgW="3009900" imgH="317500" progId="Equation.3">
                  <p:embed/>
                  <p:pic>
                    <p:nvPicPr>
                      <p:cNvPr id="40965" name="Content Placeholder 6">
                        <a:extLst>
                          <a:ext uri="{FF2B5EF4-FFF2-40B4-BE49-F238E27FC236}">
                            <a16:creationId xmlns:a16="http://schemas.microsoft.com/office/drawing/2014/main" id="{E95659E2-59DA-0D4F-87E2-C41764E7914F}"/>
                          </a:ext>
                        </a:extLst>
                      </p:cNvPr>
                      <p:cNvPicPr>
                        <a:picLocks noGrp="1"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179763" y="2978151"/>
                        <a:ext cx="6005512" cy="633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365155885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7" name="Rectangle 2">
            <a:extLst>
              <a:ext uri="{FF2B5EF4-FFF2-40B4-BE49-F238E27FC236}">
                <a16:creationId xmlns:a16="http://schemas.microsoft.com/office/drawing/2014/main" id="{E0D741D0-7D8A-B840-AA88-6BB4AB6409B6}"/>
              </a:ext>
            </a:extLst>
          </p:cNvPr>
          <p:cNvSpPr>
            <a:spLocks noGrp="1" noChangeArrowheads="1"/>
          </p:cNvSpPr>
          <p:nvPr>
            <p:ph type="title"/>
          </p:nvPr>
        </p:nvSpPr>
        <p:spPr>
          <a:xfrm>
            <a:off x="2053119" y="998502"/>
            <a:ext cx="8229600" cy="730250"/>
          </a:xfrm>
        </p:spPr>
        <p:txBody>
          <a:bodyPr/>
          <a:lstStyle/>
          <a:p>
            <a:pPr eaLnBrk="1" hangingPunct="1"/>
            <a:r>
              <a:rPr lang="en-US" altLang="en-US" dirty="0">
                <a:ea typeface="ＭＳ Ｐゴシック" panose="020B0600070205080204" pitchFamily="34" charset="-128"/>
              </a:rPr>
              <a:t>Class Problem :</a:t>
            </a:r>
          </a:p>
        </p:txBody>
      </p:sp>
      <p:sp>
        <p:nvSpPr>
          <p:cNvPr id="41988" name="Rectangle 3">
            <a:extLst>
              <a:ext uri="{FF2B5EF4-FFF2-40B4-BE49-F238E27FC236}">
                <a16:creationId xmlns:a16="http://schemas.microsoft.com/office/drawing/2014/main" id="{710B9146-9C65-8E41-9D58-3FFAD60CC8E8}"/>
              </a:ext>
            </a:extLst>
          </p:cNvPr>
          <p:cNvSpPr>
            <a:spLocks noGrp="1" noChangeArrowheads="1"/>
          </p:cNvSpPr>
          <p:nvPr>
            <p:ph type="body" idx="1"/>
          </p:nvPr>
        </p:nvSpPr>
        <p:spPr>
          <a:xfrm>
            <a:off x="908569" y="2041133"/>
            <a:ext cx="9982038" cy="4114800"/>
          </a:xfrm>
        </p:spPr>
        <p:txBody>
          <a:bodyPr/>
          <a:lstStyle/>
          <a:p>
            <a:r>
              <a:rPr lang="en-US" altLang="en-US" dirty="0">
                <a:ea typeface="ＭＳ Ｐゴシック" panose="020B0600070205080204" pitchFamily="34" charset="-128"/>
              </a:rPr>
              <a:t>Build a generating function for </a:t>
            </a:r>
            <a:r>
              <a:rPr lang="en-US" altLang="en-US" i="1" dirty="0" err="1">
                <a:ea typeface="ＭＳ Ｐゴシック" panose="020B0600070205080204" pitchFamily="34" charset="-128"/>
              </a:rPr>
              <a:t>a</a:t>
            </a:r>
            <a:r>
              <a:rPr lang="en-US" altLang="en-US" i="1" baseline="-25000" dirty="0" err="1">
                <a:ea typeface="ＭＳ Ｐゴシック" panose="020B0600070205080204" pitchFamily="34" charset="-128"/>
              </a:rPr>
              <a:t>r</a:t>
            </a:r>
            <a:r>
              <a:rPr lang="en-US" altLang="en-US" i="1" dirty="0">
                <a:ea typeface="ＭＳ Ｐゴシック" panose="020B0600070205080204" pitchFamily="34" charset="-128"/>
              </a:rPr>
              <a:t> , the number of distributions of r identical </a:t>
            </a:r>
            <a:r>
              <a:rPr lang="en-US" altLang="en-US" dirty="0">
                <a:ea typeface="ＭＳ Ｐゴシック" panose="020B0600070205080204" pitchFamily="34" charset="-128"/>
              </a:rPr>
              <a:t>objects into</a:t>
            </a:r>
          </a:p>
          <a:p>
            <a:pPr>
              <a:buFontTx/>
              <a:buNone/>
            </a:pPr>
            <a:r>
              <a:rPr lang="en-US" altLang="en-US" b="1" dirty="0">
                <a:ea typeface="ＭＳ Ｐゴシック" panose="020B0600070205080204" pitchFamily="34" charset="-128"/>
              </a:rPr>
              <a:t>(a) Five different boxes with at most three objects in each box</a:t>
            </a:r>
          </a:p>
          <a:p>
            <a:pPr>
              <a:buFontTx/>
              <a:buNone/>
            </a:pPr>
            <a:r>
              <a:rPr lang="en-US" altLang="en-US" b="1" dirty="0">
                <a:solidFill>
                  <a:srgbClr val="FF0000"/>
                </a:solidFill>
                <a:ea typeface="ＭＳ Ｐゴシック" panose="020B0600070205080204" pitchFamily="34" charset="-128"/>
              </a:rPr>
              <a:t>(b) </a:t>
            </a:r>
            <a:r>
              <a:rPr lang="en-US" altLang="en-US" b="1" dirty="0">
                <a:ea typeface="ＭＳ Ｐゴシック" panose="020B0600070205080204" pitchFamily="34" charset="-128"/>
              </a:rPr>
              <a:t>Three different boxes with between three and six objects in each box</a:t>
            </a:r>
          </a:p>
          <a:p>
            <a:pPr>
              <a:buFontTx/>
              <a:buNone/>
            </a:pPr>
            <a:r>
              <a:rPr lang="en-US" altLang="en-US" b="1" dirty="0">
                <a:solidFill>
                  <a:srgbClr val="FF0000"/>
                </a:solidFill>
                <a:ea typeface="ＭＳ Ｐゴシック" panose="020B0600070205080204" pitchFamily="34" charset="-128"/>
              </a:rPr>
              <a:t>(c) </a:t>
            </a:r>
            <a:r>
              <a:rPr lang="en-US" altLang="en-US" b="1" dirty="0">
                <a:ea typeface="ＭＳ Ｐゴシック" panose="020B0600070205080204" pitchFamily="34" charset="-128"/>
              </a:rPr>
              <a:t>Six different boxes with at least one object in each box</a:t>
            </a:r>
          </a:p>
          <a:p>
            <a:pPr>
              <a:buFontTx/>
              <a:buNone/>
            </a:pPr>
            <a:r>
              <a:rPr lang="en-US" altLang="en-US" b="1" dirty="0">
                <a:ea typeface="ＭＳ Ｐゴシック" panose="020B0600070205080204" pitchFamily="34" charset="-128"/>
              </a:rPr>
              <a:t>(d) Three different boxes with at most five objects in the first box</a:t>
            </a:r>
            <a:endParaRPr lang="en-US" altLang="en-US" dirty="0">
              <a:ea typeface="ＭＳ Ｐゴシック" panose="020B0600070205080204" pitchFamily="34" charset="-128"/>
            </a:endParaRPr>
          </a:p>
          <a:p>
            <a:pPr eaLnBrk="1" hangingPunct="1"/>
            <a:endParaRPr lang="en-US" altLang="en-US" dirty="0">
              <a:ea typeface="ＭＳ Ｐゴシック" panose="020B0600070205080204" pitchFamily="34" charset="-128"/>
            </a:endParaRPr>
          </a:p>
          <a:p>
            <a:pPr eaLnBrk="1" hangingPunct="1">
              <a:buFont typeface="Wingdings" pitchFamily="2" charset="2"/>
              <a:buNone/>
            </a:pPr>
            <a:endParaRPr lang="en-US" altLang="en-US" dirty="0">
              <a:ea typeface="ＭＳ Ｐゴシック" panose="020B0600070205080204" pitchFamily="34" charset="-128"/>
            </a:endParaRPr>
          </a:p>
        </p:txBody>
      </p:sp>
    </p:spTree>
    <p:extLst>
      <p:ext uri="{BB962C8B-B14F-4D97-AF65-F5344CB8AC3E}">
        <p14:creationId xmlns:p14="http://schemas.microsoft.com/office/powerpoint/2010/main" val="128571394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1" name="Rectangle 2">
            <a:extLst>
              <a:ext uri="{FF2B5EF4-FFF2-40B4-BE49-F238E27FC236}">
                <a16:creationId xmlns:a16="http://schemas.microsoft.com/office/drawing/2014/main" id="{95385F04-01C7-8748-A9E1-F7DD121F5CC5}"/>
              </a:ext>
            </a:extLst>
          </p:cNvPr>
          <p:cNvSpPr>
            <a:spLocks noGrp="1" noChangeArrowheads="1"/>
          </p:cNvSpPr>
          <p:nvPr>
            <p:ph type="title"/>
          </p:nvPr>
        </p:nvSpPr>
        <p:spPr>
          <a:xfrm>
            <a:off x="1981200" y="258763"/>
            <a:ext cx="8229600" cy="730250"/>
          </a:xfrm>
        </p:spPr>
        <p:txBody>
          <a:bodyPr/>
          <a:lstStyle/>
          <a:p>
            <a:pPr eaLnBrk="1" hangingPunct="1"/>
            <a:r>
              <a:rPr lang="en-US" altLang="en-US">
                <a:ea typeface="ＭＳ Ｐゴシック" panose="020B0600070205080204" pitchFamily="34" charset="-128"/>
              </a:rPr>
              <a:t>Class Problem :</a:t>
            </a:r>
          </a:p>
        </p:txBody>
      </p:sp>
      <p:sp>
        <p:nvSpPr>
          <p:cNvPr id="43012" name="Rectangle 3">
            <a:extLst>
              <a:ext uri="{FF2B5EF4-FFF2-40B4-BE49-F238E27FC236}">
                <a16:creationId xmlns:a16="http://schemas.microsoft.com/office/drawing/2014/main" id="{C34AEF5F-AC2F-6A48-8792-B2D5B34F76F7}"/>
              </a:ext>
            </a:extLst>
          </p:cNvPr>
          <p:cNvSpPr>
            <a:spLocks noGrp="1" noChangeArrowheads="1"/>
          </p:cNvSpPr>
          <p:nvPr>
            <p:ph type="body" idx="1"/>
          </p:nvPr>
        </p:nvSpPr>
        <p:spPr>
          <a:xfrm>
            <a:off x="1576389" y="1219200"/>
            <a:ext cx="9684087" cy="4114800"/>
          </a:xfrm>
        </p:spPr>
        <p:txBody>
          <a:bodyPr/>
          <a:lstStyle/>
          <a:p>
            <a:r>
              <a:rPr lang="en-US" altLang="en-US" dirty="0">
                <a:ea typeface="ＭＳ Ｐゴシック" panose="020B0600070205080204" pitchFamily="34" charset="-128"/>
              </a:rPr>
              <a:t>Build a generating function for </a:t>
            </a:r>
            <a:r>
              <a:rPr lang="en-US" altLang="en-US" i="1" dirty="0" err="1">
                <a:ea typeface="ＭＳ Ｐゴシック" panose="020B0600070205080204" pitchFamily="34" charset="-128"/>
              </a:rPr>
              <a:t>a</a:t>
            </a:r>
            <a:r>
              <a:rPr lang="en-US" altLang="en-US" i="1" baseline="-25000" dirty="0" err="1">
                <a:ea typeface="ＭＳ Ｐゴシック" panose="020B0600070205080204" pitchFamily="34" charset="-128"/>
              </a:rPr>
              <a:t>r</a:t>
            </a:r>
            <a:r>
              <a:rPr lang="en-US" altLang="en-US" i="1" dirty="0">
                <a:ea typeface="ＭＳ Ｐゴシック" panose="020B0600070205080204" pitchFamily="34" charset="-128"/>
              </a:rPr>
              <a:t> , the number of distributions of r identical </a:t>
            </a:r>
            <a:r>
              <a:rPr lang="en-US" altLang="en-US" dirty="0">
                <a:ea typeface="ＭＳ Ｐゴシック" panose="020B0600070205080204" pitchFamily="34" charset="-128"/>
              </a:rPr>
              <a:t>objects into</a:t>
            </a:r>
          </a:p>
          <a:p>
            <a:pPr>
              <a:buFontTx/>
              <a:buAutoNum type="alphaLcParenBoth"/>
            </a:pPr>
            <a:r>
              <a:rPr lang="en-US" altLang="en-US" b="1" dirty="0">
                <a:ea typeface="ＭＳ Ｐゴシック" panose="020B0600070205080204" pitchFamily="34" charset="-128"/>
              </a:rPr>
              <a:t>Five different boxes with at most three objects in each box</a:t>
            </a:r>
          </a:p>
          <a:p>
            <a:pPr eaLnBrk="1" hangingPunct="1">
              <a:buFontTx/>
              <a:buAutoNum type="alphaLcParenBoth"/>
            </a:pPr>
            <a:endParaRPr lang="en-US" altLang="en-US" dirty="0">
              <a:ea typeface="ＭＳ Ｐゴシック" panose="020B0600070205080204" pitchFamily="34" charset="-128"/>
            </a:endParaRPr>
          </a:p>
          <a:p>
            <a:pPr eaLnBrk="1" hangingPunct="1">
              <a:buFont typeface="Wingdings" pitchFamily="2" charset="2"/>
              <a:buNone/>
            </a:pPr>
            <a:endParaRPr lang="en-US" altLang="en-US" dirty="0">
              <a:ea typeface="ＭＳ Ｐゴシック" panose="020B0600070205080204" pitchFamily="34" charset="-128"/>
            </a:endParaRPr>
          </a:p>
        </p:txBody>
      </p:sp>
      <p:graphicFrame>
        <p:nvGraphicFramePr>
          <p:cNvPr id="43013" name="Object 2">
            <a:extLst>
              <a:ext uri="{FF2B5EF4-FFF2-40B4-BE49-F238E27FC236}">
                <a16:creationId xmlns:a16="http://schemas.microsoft.com/office/drawing/2014/main" id="{7B97E3C6-B6DC-E148-8DF7-8F7FF8B733AE}"/>
              </a:ext>
            </a:extLst>
          </p:cNvPr>
          <p:cNvGraphicFramePr>
            <a:graphicFrameLocks noChangeAspect="1"/>
          </p:cNvGraphicFramePr>
          <p:nvPr>
            <p:extLst/>
          </p:nvPr>
        </p:nvGraphicFramePr>
        <p:xfrm>
          <a:off x="3720306" y="3111091"/>
          <a:ext cx="4751388" cy="1273175"/>
        </p:xfrm>
        <a:graphic>
          <a:graphicData uri="http://schemas.openxmlformats.org/presentationml/2006/ole">
            <mc:AlternateContent xmlns:mc="http://schemas.openxmlformats.org/markup-compatibility/2006">
              <mc:Choice xmlns:v="urn:schemas-microsoft-com:vml" Requires="v">
                <p:oleObj spid="_x0000_s17410" name="Equation" r:id="rId3" imgW="1943100" imgH="520700" progId="Equation.3">
                  <p:embed/>
                </p:oleObj>
              </mc:Choice>
              <mc:Fallback>
                <p:oleObj name="Equation" r:id="rId3" imgW="1943100" imgH="520700" progId="Equation.3">
                  <p:embed/>
                  <p:pic>
                    <p:nvPicPr>
                      <p:cNvPr id="43013" name="Object 2">
                        <a:extLst>
                          <a:ext uri="{FF2B5EF4-FFF2-40B4-BE49-F238E27FC236}">
                            <a16:creationId xmlns:a16="http://schemas.microsoft.com/office/drawing/2014/main" id="{7B97E3C6-B6DC-E148-8DF7-8F7FF8B733A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720306" y="3111091"/>
                        <a:ext cx="4751388" cy="1273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Tree>
    <p:extLst>
      <p:ext uri="{BB962C8B-B14F-4D97-AF65-F5344CB8AC3E}">
        <p14:creationId xmlns:p14="http://schemas.microsoft.com/office/powerpoint/2010/main" val="396321964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5" name="Rectangle 2">
            <a:extLst>
              <a:ext uri="{FF2B5EF4-FFF2-40B4-BE49-F238E27FC236}">
                <a16:creationId xmlns:a16="http://schemas.microsoft.com/office/drawing/2014/main" id="{54928CAD-05A8-3C46-808D-202809433AED}"/>
              </a:ext>
            </a:extLst>
          </p:cNvPr>
          <p:cNvSpPr>
            <a:spLocks noGrp="1" noChangeArrowheads="1"/>
          </p:cNvSpPr>
          <p:nvPr>
            <p:ph type="title"/>
          </p:nvPr>
        </p:nvSpPr>
        <p:spPr>
          <a:xfrm>
            <a:off x="1981200" y="258763"/>
            <a:ext cx="8229600" cy="730250"/>
          </a:xfrm>
        </p:spPr>
        <p:txBody>
          <a:bodyPr/>
          <a:lstStyle/>
          <a:p>
            <a:pPr eaLnBrk="1" hangingPunct="1"/>
            <a:r>
              <a:rPr lang="en-US" altLang="en-US">
                <a:ea typeface="ＭＳ Ｐゴシック" panose="020B0600070205080204" pitchFamily="34" charset="-128"/>
              </a:rPr>
              <a:t>Class Problem :</a:t>
            </a:r>
          </a:p>
        </p:txBody>
      </p:sp>
      <p:sp>
        <p:nvSpPr>
          <p:cNvPr id="44036" name="Rectangle 3">
            <a:extLst>
              <a:ext uri="{FF2B5EF4-FFF2-40B4-BE49-F238E27FC236}">
                <a16:creationId xmlns:a16="http://schemas.microsoft.com/office/drawing/2014/main" id="{2CF11453-1FCD-2C44-8878-AFACCF74BD61}"/>
              </a:ext>
            </a:extLst>
          </p:cNvPr>
          <p:cNvSpPr>
            <a:spLocks noGrp="1" noChangeArrowheads="1"/>
          </p:cNvSpPr>
          <p:nvPr>
            <p:ph type="body" idx="1"/>
          </p:nvPr>
        </p:nvSpPr>
        <p:spPr>
          <a:xfrm>
            <a:off x="1576389" y="1219200"/>
            <a:ext cx="9869022" cy="4114800"/>
          </a:xfrm>
        </p:spPr>
        <p:txBody>
          <a:bodyPr/>
          <a:lstStyle/>
          <a:p>
            <a:r>
              <a:rPr lang="en-US" altLang="en-US" dirty="0">
                <a:ea typeface="ＭＳ Ｐゴシック" panose="020B0600070205080204" pitchFamily="34" charset="-128"/>
              </a:rPr>
              <a:t>Build a generating function for </a:t>
            </a:r>
            <a:r>
              <a:rPr lang="en-US" altLang="en-US" i="1" dirty="0" err="1">
                <a:ea typeface="ＭＳ Ｐゴシック" panose="020B0600070205080204" pitchFamily="34" charset="-128"/>
              </a:rPr>
              <a:t>a</a:t>
            </a:r>
            <a:r>
              <a:rPr lang="en-US" altLang="en-US" i="1" baseline="-25000" dirty="0" err="1">
                <a:ea typeface="ＭＳ Ｐゴシック" panose="020B0600070205080204" pitchFamily="34" charset="-128"/>
              </a:rPr>
              <a:t>r</a:t>
            </a:r>
            <a:r>
              <a:rPr lang="en-US" altLang="en-US" i="1" dirty="0">
                <a:ea typeface="ＭＳ Ｐゴシック" panose="020B0600070205080204" pitchFamily="34" charset="-128"/>
              </a:rPr>
              <a:t> , the number of distributions of r identical </a:t>
            </a:r>
            <a:r>
              <a:rPr lang="en-US" altLang="en-US" dirty="0">
                <a:ea typeface="ＭＳ Ｐゴシック" panose="020B0600070205080204" pitchFamily="34" charset="-128"/>
              </a:rPr>
              <a:t>objects into</a:t>
            </a:r>
          </a:p>
          <a:p>
            <a:pPr>
              <a:buFontTx/>
              <a:buNone/>
            </a:pPr>
            <a:r>
              <a:rPr lang="en-US" altLang="en-US" b="1" dirty="0">
                <a:ea typeface="ＭＳ Ｐゴシック" panose="020B0600070205080204" pitchFamily="34" charset="-128"/>
              </a:rPr>
              <a:t>(d) Three different boxes with at most five objects in the first box</a:t>
            </a:r>
            <a:endParaRPr lang="en-US" altLang="en-US" dirty="0">
              <a:ea typeface="ＭＳ Ｐゴシック" panose="020B0600070205080204" pitchFamily="34" charset="-128"/>
            </a:endParaRPr>
          </a:p>
          <a:p>
            <a:pPr eaLnBrk="1" hangingPunct="1"/>
            <a:endParaRPr lang="en-US" altLang="en-US" dirty="0">
              <a:ea typeface="ＭＳ Ｐゴシック" panose="020B0600070205080204" pitchFamily="34" charset="-128"/>
            </a:endParaRPr>
          </a:p>
          <a:p>
            <a:pPr eaLnBrk="1" hangingPunct="1">
              <a:buFont typeface="Wingdings" pitchFamily="2" charset="2"/>
              <a:buNone/>
            </a:pPr>
            <a:endParaRPr lang="en-US" altLang="en-US" dirty="0">
              <a:ea typeface="ＭＳ Ｐゴシック" panose="020B0600070205080204" pitchFamily="34" charset="-128"/>
            </a:endParaRPr>
          </a:p>
        </p:txBody>
      </p:sp>
      <p:graphicFrame>
        <p:nvGraphicFramePr>
          <p:cNvPr id="44037" name="Object 2">
            <a:extLst>
              <a:ext uri="{FF2B5EF4-FFF2-40B4-BE49-F238E27FC236}">
                <a16:creationId xmlns:a16="http://schemas.microsoft.com/office/drawing/2014/main" id="{ACAD5678-D780-AE45-B287-F9EEF2323D42}"/>
              </a:ext>
            </a:extLst>
          </p:cNvPr>
          <p:cNvGraphicFramePr>
            <a:graphicFrameLocks noChangeAspect="1"/>
          </p:cNvGraphicFramePr>
          <p:nvPr>
            <p:extLst/>
          </p:nvPr>
        </p:nvGraphicFramePr>
        <p:xfrm>
          <a:off x="2557998" y="3152846"/>
          <a:ext cx="8197850" cy="1335088"/>
        </p:xfrm>
        <a:graphic>
          <a:graphicData uri="http://schemas.openxmlformats.org/presentationml/2006/ole">
            <mc:AlternateContent xmlns:mc="http://schemas.openxmlformats.org/markup-compatibility/2006">
              <mc:Choice xmlns:v="urn:schemas-microsoft-com:vml" Requires="v">
                <p:oleObj spid="_x0000_s18434" name="Equation" r:id="rId3" imgW="3352800" imgH="546100" progId="Equation.3">
                  <p:embed/>
                </p:oleObj>
              </mc:Choice>
              <mc:Fallback>
                <p:oleObj name="Equation" r:id="rId3" imgW="3352800" imgH="546100" progId="Equation.3">
                  <p:embed/>
                  <p:pic>
                    <p:nvPicPr>
                      <p:cNvPr id="44037" name="Object 2">
                        <a:extLst>
                          <a:ext uri="{FF2B5EF4-FFF2-40B4-BE49-F238E27FC236}">
                            <a16:creationId xmlns:a16="http://schemas.microsoft.com/office/drawing/2014/main" id="{ACAD5678-D780-AE45-B287-F9EEF2323D4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57998" y="3152846"/>
                        <a:ext cx="8197850" cy="13350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Tree>
    <p:extLst>
      <p:ext uri="{BB962C8B-B14F-4D97-AF65-F5344CB8AC3E}">
        <p14:creationId xmlns:p14="http://schemas.microsoft.com/office/powerpoint/2010/main" val="331686917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9" name="Rectangle 2">
            <a:extLst>
              <a:ext uri="{FF2B5EF4-FFF2-40B4-BE49-F238E27FC236}">
                <a16:creationId xmlns:a16="http://schemas.microsoft.com/office/drawing/2014/main" id="{AD3D772E-7D87-5446-9B7A-666F1EEC0BCC}"/>
              </a:ext>
            </a:extLst>
          </p:cNvPr>
          <p:cNvSpPr>
            <a:spLocks noGrp="1" noChangeArrowheads="1"/>
          </p:cNvSpPr>
          <p:nvPr>
            <p:ph type="title"/>
          </p:nvPr>
        </p:nvSpPr>
        <p:spPr>
          <a:xfrm>
            <a:off x="1981200" y="1098550"/>
            <a:ext cx="8229600" cy="730250"/>
          </a:xfrm>
        </p:spPr>
        <p:txBody>
          <a:bodyPr/>
          <a:lstStyle/>
          <a:p>
            <a:pPr eaLnBrk="1" hangingPunct="1"/>
            <a:r>
              <a:rPr lang="en-US" altLang="en-US">
                <a:ea typeface="ＭＳ Ｐゴシック" panose="020B0600070205080204" pitchFamily="34" charset="-128"/>
              </a:rPr>
              <a:t>Class Problem :</a:t>
            </a:r>
          </a:p>
        </p:txBody>
      </p:sp>
      <p:sp>
        <p:nvSpPr>
          <p:cNvPr id="45060" name="Rectangle 3">
            <a:extLst>
              <a:ext uri="{FF2B5EF4-FFF2-40B4-BE49-F238E27FC236}">
                <a16:creationId xmlns:a16="http://schemas.microsoft.com/office/drawing/2014/main" id="{47432F46-3E1C-9246-AA92-D623E3F0D55B}"/>
              </a:ext>
            </a:extLst>
          </p:cNvPr>
          <p:cNvSpPr>
            <a:spLocks noGrp="1" noChangeArrowheads="1"/>
          </p:cNvSpPr>
          <p:nvPr>
            <p:ph type="body" idx="1"/>
          </p:nvPr>
        </p:nvSpPr>
        <p:spPr>
          <a:xfrm>
            <a:off x="1889126" y="1981200"/>
            <a:ext cx="8505825" cy="4114800"/>
          </a:xfrm>
        </p:spPr>
        <p:txBody>
          <a:bodyPr/>
          <a:lstStyle/>
          <a:p>
            <a:r>
              <a:rPr lang="en-US" altLang="en-US">
                <a:ea typeface="ＭＳ Ｐゴシック" panose="020B0600070205080204" pitchFamily="34" charset="-128"/>
              </a:rPr>
              <a:t>Use a generating function for modeling the number of 5-combinations of the letters M, A, T, H in which M and A can appear any number of times but T and H appear at most once. Which coefficient in this generating function do we want?</a:t>
            </a:r>
          </a:p>
          <a:p>
            <a:pPr eaLnBrk="1" hangingPunct="1"/>
            <a:endParaRPr lang="en-US" altLang="en-US">
              <a:ea typeface="ＭＳ Ｐゴシック" panose="020B0600070205080204" pitchFamily="34" charset="-128"/>
            </a:endParaRPr>
          </a:p>
          <a:p>
            <a:pPr eaLnBrk="1" hangingPunct="1">
              <a:buFont typeface="Wingdings" pitchFamily="2" charset="2"/>
              <a:buNone/>
            </a:pPr>
            <a:endParaRPr lang="en-US" altLang="en-US">
              <a:ea typeface="ＭＳ Ｐゴシック" panose="020B0600070205080204" pitchFamily="34" charset="-128"/>
            </a:endParaRPr>
          </a:p>
        </p:txBody>
      </p:sp>
    </p:spTree>
    <p:extLst>
      <p:ext uri="{BB962C8B-B14F-4D97-AF65-F5344CB8AC3E}">
        <p14:creationId xmlns:p14="http://schemas.microsoft.com/office/powerpoint/2010/main" val="425869602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3" name="Rectangle 2">
            <a:extLst>
              <a:ext uri="{FF2B5EF4-FFF2-40B4-BE49-F238E27FC236}">
                <a16:creationId xmlns:a16="http://schemas.microsoft.com/office/drawing/2014/main" id="{F5C876EB-9FD0-F64A-BFA0-05B1AF0A3D26}"/>
              </a:ext>
            </a:extLst>
          </p:cNvPr>
          <p:cNvSpPr>
            <a:spLocks noGrp="1" noChangeArrowheads="1"/>
          </p:cNvSpPr>
          <p:nvPr>
            <p:ph type="title"/>
          </p:nvPr>
        </p:nvSpPr>
        <p:spPr>
          <a:xfrm>
            <a:off x="1981200" y="1098550"/>
            <a:ext cx="8229600" cy="730250"/>
          </a:xfrm>
        </p:spPr>
        <p:txBody>
          <a:bodyPr/>
          <a:lstStyle/>
          <a:p>
            <a:pPr eaLnBrk="1" hangingPunct="1"/>
            <a:r>
              <a:rPr lang="en-US" altLang="en-US">
                <a:ea typeface="ＭＳ Ｐゴシック" panose="020B0600070205080204" pitchFamily="34" charset="-128"/>
              </a:rPr>
              <a:t>Class Problem :</a:t>
            </a:r>
          </a:p>
        </p:txBody>
      </p:sp>
      <p:sp>
        <p:nvSpPr>
          <p:cNvPr id="46084" name="Rectangle 3">
            <a:extLst>
              <a:ext uri="{FF2B5EF4-FFF2-40B4-BE49-F238E27FC236}">
                <a16:creationId xmlns:a16="http://schemas.microsoft.com/office/drawing/2014/main" id="{B45772CF-2BE1-5645-9441-BA079346321D}"/>
              </a:ext>
            </a:extLst>
          </p:cNvPr>
          <p:cNvSpPr>
            <a:spLocks noGrp="1" noChangeArrowheads="1"/>
          </p:cNvSpPr>
          <p:nvPr>
            <p:ph type="body" idx="1"/>
          </p:nvPr>
        </p:nvSpPr>
        <p:spPr>
          <a:xfrm>
            <a:off x="1889126" y="1981200"/>
            <a:ext cx="8505825" cy="4114800"/>
          </a:xfrm>
        </p:spPr>
        <p:txBody>
          <a:bodyPr/>
          <a:lstStyle/>
          <a:p>
            <a:r>
              <a:rPr lang="en-US" altLang="en-US">
                <a:ea typeface="ＭＳ Ｐゴシック" panose="020B0600070205080204" pitchFamily="34" charset="-128"/>
              </a:rPr>
              <a:t>Use a generating function for modeling the number of 5-combinations of the letters M, A, T, H in which M and A can appear any number of times but T and H appear at most once. Which coefficient in this generating function do we want?</a:t>
            </a:r>
          </a:p>
          <a:p>
            <a:pPr eaLnBrk="1" hangingPunct="1"/>
            <a:endParaRPr lang="en-US" altLang="en-US">
              <a:ea typeface="ＭＳ Ｐゴシック" panose="020B0600070205080204" pitchFamily="34" charset="-128"/>
            </a:endParaRPr>
          </a:p>
          <a:p>
            <a:pPr eaLnBrk="1" hangingPunct="1">
              <a:buFont typeface="Wingdings" pitchFamily="2" charset="2"/>
              <a:buNone/>
            </a:pPr>
            <a:endParaRPr lang="en-US" altLang="en-US">
              <a:ea typeface="ＭＳ Ｐゴシック" panose="020B0600070205080204" pitchFamily="34" charset="-128"/>
            </a:endParaRPr>
          </a:p>
        </p:txBody>
      </p:sp>
      <p:graphicFrame>
        <p:nvGraphicFramePr>
          <p:cNvPr id="46085" name="Object 2">
            <a:extLst>
              <a:ext uri="{FF2B5EF4-FFF2-40B4-BE49-F238E27FC236}">
                <a16:creationId xmlns:a16="http://schemas.microsoft.com/office/drawing/2014/main" id="{F67A7AEA-4C77-AE47-95C2-FAA699C23CB1}"/>
              </a:ext>
            </a:extLst>
          </p:cNvPr>
          <p:cNvGraphicFramePr>
            <a:graphicFrameLocks noChangeAspect="1"/>
          </p:cNvGraphicFramePr>
          <p:nvPr>
            <p:extLst/>
          </p:nvPr>
        </p:nvGraphicFramePr>
        <p:xfrm>
          <a:off x="3065179" y="4195692"/>
          <a:ext cx="6397625" cy="1335087"/>
        </p:xfrm>
        <a:graphic>
          <a:graphicData uri="http://schemas.openxmlformats.org/presentationml/2006/ole">
            <mc:AlternateContent xmlns:mc="http://schemas.openxmlformats.org/markup-compatibility/2006">
              <mc:Choice xmlns:v="urn:schemas-microsoft-com:vml" Requires="v">
                <p:oleObj spid="_x0000_s19458" name="Equation" r:id="rId3" imgW="2616200" imgH="546100" progId="Equation.3">
                  <p:embed/>
                </p:oleObj>
              </mc:Choice>
              <mc:Fallback>
                <p:oleObj name="Equation" r:id="rId3" imgW="2616200" imgH="546100" progId="Equation.3">
                  <p:embed/>
                  <p:pic>
                    <p:nvPicPr>
                      <p:cNvPr id="46085" name="Object 2">
                        <a:extLst>
                          <a:ext uri="{FF2B5EF4-FFF2-40B4-BE49-F238E27FC236}">
                            <a16:creationId xmlns:a16="http://schemas.microsoft.com/office/drawing/2014/main" id="{F67A7AEA-4C77-AE47-95C2-FAA699C23CB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65179" y="4195692"/>
                        <a:ext cx="6397625" cy="13350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Tree>
    <p:extLst>
      <p:ext uri="{BB962C8B-B14F-4D97-AF65-F5344CB8AC3E}">
        <p14:creationId xmlns:p14="http://schemas.microsoft.com/office/powerpoint/2010/main" val="169741861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7" name="Rectangle 2">
            <a:extLst>
              <a:ext uri="{FF2B5EF4-FFF2-40B4-BE49-F238E27FC236}">
                <a16:creationId xmlns:a16="http://schemas.microsoft.com/office/drawing/2014/main" id="{1B57462E-D5EF-A946-A7EA-F3C8F002729C}"/>
              </a:ext>
            </a:extLst>
          </p:cNvPr>
          <p:cNvSpPr>
            <a:spLocks noGrp="1" noChangeArrowheads="1"/>
          </p:cNvSpPr>
          <p:nvPr>
            <p:ph type="title"/>
          </p:nvPr>
        </p:nvSpPr>
        <p:spPr>
          <a:xfrm>
            <a:off x="1981200" y="1098550"/>
            <a:ext cx="8229600" cy="730250"/>
          </a:xfrm>
        </p:spPr>
        <p:txBody>
          <a:bodyPr/>
          <a:lstStyle/>
          <a:p>
            <a:pPr eaLnBrk="1" hangingPunct="1"/>
            <a:r>
              <a:rPr lang="en-US" altLang="en-US">
                <a:ea typeface="ＭＳ Ｐゴシック" panose="020B0600070205080204" pitchFamily="34" charset="-128"/>
              </a:rPr>
              <a:t>Class Problem :</a:t>
            </a:r>
          </a:p>
        </p:txBody>
      </p:sp>
      <p:sp>
        <p:nvSpPr>
          <p:cNvPr id="47108" name="Rectangle 3">
            <a:extLst>
              <a:ext uri="{FF2B5EF4-FFF2-40B4-BE49-F238E27FC236}">
                <a16:creationId xmlns:a16="http://schemas.microsoft.com/office/drawing/2014/main" id="{A56AA336-A5E0-7E40-BB4E-5D8379CA8336}"/>
              </a:ext>
            </a:extLst>
          </p:cNvPr>
          <p:cNvSpPr>
            <a:spLocks noGrp="1" noChangeArrowheads="1"/>
          </p:cNvSpPr>
          <p:nvPr>
            <p:ph type="body" idx="1"/>
          </p:nvPr>
        </p:nvSpPr>
        <p:spPr>
          <a:xfrm>
            <a:off x="1889126" y="1981200"/>
            <a:ext cx="8505825" cy="4114800"/>
          </a:xfrm>
        </p:spPr>
        <p:txBody>
          <a:bodyPr/>
          <a:lstStyle/>
          <a:p>
            <a:r>
              <a:rPr lang="en-US" altLang="en-US">
                <a:ea typeface="ＭＳ Ｐゴシック" panose="020B0600070205080204" pitchFamily="34" charset="-128"/>
              </a:rPr>
              <a:t>A national singing contest has five distinct entrants from each state. Use a generating function for modeling the number of ways to pick 20 semifinalists if</a:t>
            </a:r>
          </a:p>
          <a:p>
            <a:r>
              <a:rPr lang="en-US" altLang="en-US" b="1">
                <a:ea typeface="ＭＳ Ｐゴシック" panose="020B0600070205080204" pitchFamily="34" charset="-128"/>
              </a:rPr>
              <a:t>(a) There is at most one person from each state.</a:t>
            </a:r>
          </a:p>
          <a:p>
            <a:pPr eaLnBrk="1" hangingPunct="1"/>
            <a:endParaRPr lang="en-US" altLang="en-US">
              <a:ea typeface="ＭＳ Ｐゴシック" panose="020B0600070205080204" pitchFamily="34" charset="-128"/>
            </a:endParaRPr>
          </a:p>
          <a:p>
            <a:pPr eaLnBrk="1" hangingPunct="1"/>
            <a:endParaRPr lang="en-US" altLang="en-US">
              <a:ea typeface="ＭＳ Ｐゴシック" panose="020B0600070205080204" pitchFamily="34" charset="-128"/>
            </a:endParaRPr>
          </a:p>
          <a:p>
            <a:pPr eaLnBrk="1" hangingPunct="1">
              <a:buFont typeface="Wingdings" pitchFamily="2" charset="2"/>
              <a:buNone/>
            </a:pPr>
            <a:endParaRPr lang="en-US" altLang="en-US">
              <a:ea typeface="ＭＳ Ｐゴシック" panose="020B0600070205080204" pitchFamily="34" charset="-128"/>
            </a:endParaRPr>
          </a:p>
        </p:txBody>
      </p:sp>
    </p:spTree>
    <p:extLst>
      <p:ext uri="{BB962C8B-B14F-4D97-AF65-F5344CB8AC3E}">
        <p14:creationId xmlns:p14="http://schemas.microsoft.com/office/powerpoint/2010/main" val="326781788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1" name="Rectangle 2">
            <a:extLst>
              <a:ext uri="{FF2B5EF4-FFF2-40B4-BE49-F238E27FC236}">
                <a16:creationId xmlns:a16="http://schemas.microsoft.com/office/drawing/2014/main" id="{CFD7A8DF-99B9-EE43-B655-6C8190F75C1B}"/>
              </a:ext>
            </a:extLst>
          </p:cNvPr>
          <p:cNvSpPr>
            <a:spLocks noGrp="1" noChangeArrowheads="1"/>
          </p:cNvSpPr>
          <p:nvPr>
            <p:ph type="title"/>
          </p:nvPr>
        </p:nvSpPr>
        <p:spPr>
          <a:xfrm>
            <a:off x="1981200" y="336550"/>
            <a:ext cx="8229600" cy="730250"/>
          </a:xfrm>
        </p:spPr>
        <p:txBody>
          <a:bodyPr/>
          <a:lstStyle/>
          <a:p>
            <a:pPr eaLnBrk="1" hangingPunct="1"/>
            <a:r>
              <a:rPr lang="en-US" altLang="en-US">
                <a:ea typeface="ＭＳ Ｐゴシック" panose="020B0600070205080204" pitchFamily="34" charset="-128"/>
              </a:rPr>
              <a:t>Class Problem :</a:t>
            </a:r>
          </a:p>
        </p:txBody>
      </p:sp>
      <p:sp>
        <p:nvSpPr>
          <p:cNvPr id="48132" name="Rectangle 3">
            <a:extLst>
              <a:ext uri="{FF2B5EF4-FFF2-40B4-BE49-F238E27FC236}">
                <a16:creationId xmlns:a16="http://schemas.microsoft.com/office/drawing/2014/main" id="{BCDB0677-EB3D-B648-9782-6766F55AFDF7}"/>
              </a:ext>
            </a:extLst>
          </p:cNvPr>
          <p:cNvSpPr>
            <a:spLocks noGrp="1" noChangeArrowheads="1"/>
          </p:cNvSpPr>
          <p:nvPr>
            <p:ph type="body" idx="1"/>
          </p:nvPr>
        </p:nvSpPr>
        <p:spPr>
          <a:xfrm>
            <a:off x="1843089" y="1185863"/>
            <a:ext cx="8505825" cy="4114800"/>
          </a:xfrm>
        </p:spPr>
        <p:txBody>
          <a:bodyPr>
            <a:normAutofit/>
          </a:bodyPr>
          <a:lstStyle/>
          <a:p>
            <a:r>
              <a:rPr lang="en-US" altLang="en-US" dirty="0">
                <a:ea typeface="ＭＳ Ｐゴシック" panose="020B0600070205080204" pitchFamily="34" charset="-128"/>
              </a:rPr>
              <a:t>A national singing contest has five distinct entrants from each state. Use a generating function for modeling the number of ways to pick 20 semifinalists if</a:t>
            </a:r>
          </a:p>
          <a:p>
            <a:r>
              <a:rPr lang="en-US" altLang="en-US" b="1" dirty="0">
                <a:ea typeface="ＭＳ Ｐゴシック" panose="020B0600070205080204" pitchFamily="34" charset="-128"/>
              </a:rPr>
              <a:t>(a) There is at most one person from each state.</a:t>
            </a:r>
          </a:p>
          <a:p>
            <a:endParaRPr lang="en-US" altLang="en-US" b="1" dirty="0">
              <a:ea typeface="ＭＳ Ｐゴシック" panose="020B0600070205080204" pitchFamily="34" charset="-128"/>
            </a:endParaRPr>
          </a:p>
          <a:p>
            <a:pPr marL="0" indent="0">
              <a:buNone/>
            </a:pPr>
            <a:r>
              <a:rPr lang="en-US" altLang="en-US" b="1" dirty="0">
                <a:ea typeface="ＭＳ Ｐゴシック" panose="020B0600070205080204" pitchFamily="34" charset="-128"/>
              </a:rPr>
              <a:t> </a:t>
            </a:r>
            <a:r>
              <a:rPr lang="en-US" altLang="en-US" dirty="0">
                <a:ea typeface="ＭＳ Ｐゴシック" panose="020B0600070205080204" pitchFamily="34" charset="-128"/>
              </a:rPr>
              <a:t>since there are 5 choices for each one</a:t>
            </a:r>
          </a:p>
          <a:p>
            <a:endParaRPr lang="en-US" altLang="en-US" b="1" dirty="0">
              <a:ea typeface="ＭＳ Ｐゴシック" panose="020B0600070205080204" pitchFamily="34" charset="-128"/>
            </a:endParaRPr>
          </a:p>
          <a:p>
            <a:pPr eaLnBrk="1" hangingPunct="1"/>
            <a:endParaRPr lang="en-US" altLang="en-US" dirty="0">
              <a:ea typeface="ＭＳ Ｐゴシック" panose="020B0600070205080204" pitchFamily="34" charset="-128"/>
            </a:endParaRPr>
          </a:p>
          <a:p>
            <a:pPr eaLnBrk="1" hangingPunct="1"/>
            <a:endParaRPr lang="en-US" altLang="en-US" dirty="0">
              <a:ea typeface="ＭＳ Ｐゴシック" panose="020B0600070205080204" pitchFamily="34" charset="-128"/>
            </a:endParaRPr>
          </a:p>
          <a:p>
            <a:pPr eaLnBrk="1" hangingPunct="1">
              <a:buFont typeface="Wingdings" pitchFamily="2" charset="2"/>
              <a:buNone/>
            </a:pPr>
            <a:endParaRPr lang="en-US" altLang="en-US" dirty="0">
              <a:ea typeface="ＭＳ Ｐゴシック" panose="020B0600070205080204" pitchFamily="34" charset="-128"/>
            </a:endParaRPr>
          </a:p>
        </p:txBody>
      </p:sp>
      <p:graphicFrame>
        <p:nvGraphicFramePr>
          <p:cNvPr id="48133" name="Object 2">
            <a:extLst>
              <a:ext uri="{FF2B5EF4-FFF2-40B4-BE49-F238E27FC236}">
                <a16:creationId xmlns:a16="http://schemas.microsoft.com/office/drawing/2014/main" id="{C882A14C-9051-0C4F-9491-D9252CED6730}"/>
              </a:ext>
            </a:extLst>
          </p:cNvPr>
          <p:cNvGraphicFramePr>
            <a:graphicFrameLocks noChangeAspect="1"/>
          </p:cNvGraphicFramePr>
          <p:nvPr>
            <p:extLst/>
          </p:nvPr>
        </p:nvGraphicFramePr>
        <p:xfrm>
          <a:off x="4201239" y="2788293"/>
          <a:ext cx="3262313" cy="739775"/>
        </p:xfrm>
        <a:graphic>
          <a:graphicData uri="http://schemas.openxmlformats.org/presentationml/2006/ole">
            <mc:AlternateContent xmlns:mc="http://schemas.openxmlformats.org/markup-compatibility/2006">
              <mc:Choice xmlns:v="urn:schemas-microsoft-com:vml" Requires="v">
                <p:oleObj spid="_x0000_s20482" name="Equation" r:id="rId3" imgW="1257300" imgH="279400" progId="Equation.3">
                  <p:embed/>
                </p:oleObj>
              </mc:Choice>
              <mc:Fallback>
                <p:oleObj name="Equation" r:id="rId3" imgW="1257300" imgH="279400" progId="Equation.3">
                  <p:embed/>
                  <p:pic>
                    <p:nvPicPr>
                      <p:cNvPr id="48133" name="Object 2">
                        <a:extLst>
                          <a:ext uri="{FF2B5EF4-FFF2-40B4-BE49-F238E27FC236}">
                            <a16:creationId xmlns:a16="http://schemas.microsoft.com/office/drawing/2014/main" id="{C882A14C-9051-0C4F-9491-D9252CED673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201239" y="2788293"/>
                        <a:ext cx="3262313" cy="7397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Tree>
    <p:extLst>
      <p:ext uri="{BB962C8B-B14F-4D97-AF65-F5344CB8AC3E}">
        <p14:creationId xmlns:p14="http://schemas.microsoft.com/office/powerpoint/2010/main" val="121063179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5" name="Rectangle 2">
            <a:extLst>
              <a:ext uri="{FF2B5EF4-FFF2-40B4-BE49-F238E27FC236}">
                <a16:creationId xmlns:a16="http://schemas.microsoft.com/office/drawing/2014/main" id="{FCE4A784-1A6C-B644-A3BA-8AFBC44793C6}"/>
              </a:ext>
            </a:extLst>
          </p:cNvPr>
          <p:cNvSpPr>
            <a:spLocks noGrp="1" noChangeArrowheads="1"/>
          </p:cNvSpPr>
          <p:nvPr>
            <p:ph type="title"/>
          </p:nvPr>
        </p:nvSpPr>
        <p:spPr>
          <a:xfrm>
            <a:off x="1981200" y="1098550"/>
            <a:ext cx="8229600" cy="730250"/>
          </a:xfrm>
        </p:spPr>
        <p:txBody>
          <a:bodyPr/>
          <a:lstStyle/>
          <a:p>
            <a:pPr eaLnBrk="1" hangingPunct="1"/>
            <a:r>
              <a:rPr lang="en-US" altLang="en-US">
                <a:ea typeface="ＭＳ Ｐゴシック" panose="020B0600070205080204" pitchFamily="34" charset="-128"/>
              </a:rPr>
              <a:t>Class Problem :</a:t>
            </a:r>
          </a:p>
        </p:txBody>
      </p:sp>
      <p:sp>
        <p:nvSpPr>
          <p:cNvPr id="49156" name="Rectangle 3">
            <a:extLst>
              <a:ext uri="{FF2B5EF4-FFF2-40B4-BE49-F238E27FC236}">
                <a16:creationId xmlns:a16="http://schemas.microsoft.com/office/drawing/2014/main" id="{F4FB332E-DFAF-3246-90A2-8D71AA22835F}"/>
              </a:ext>
            </a:extLst>
          </p:cNvPr>
          <p:cNvSpPr>
            <a:spLocks noGrp="1" noChangeArrowheads="1"/>
          </p:cNvSpPr>
          <p:nvPr>
            <p:ph type="body" idx="1"/>
          </p:nvPr>
        </p:nvSpPr>
        <p:spPr>
          <a:xfrm>
            <a:off x="1960564" y="1981200"/>
            <a:ext cx="8518525" cy="4114800"/>
          </a:xfrm>
        </p:spPr>
        <p:txBody>
          <a:bodyPr/>
          <a:lstStyle/>
          <a:p>
            <a:r>
              <a:rPr lang="en-US" altLang="en-US">
                <a:ea typeface="ＭＳ Ｐゴシック" panose="020B0600070205080204" pitchFamily="34" charset="-128"/>
              </a:rPr>
              <a:t>A national singing contest has five distinct entrants from each state. Use a generating function for modeling the number of ways to pick 20 semifinalists if</a:t>
            </a:r>
          </a:p>
          <a:p>
            <a:r>
              <a:rPr lang="en-US" altLang="en-US" b="1">
                <a:ea typeface="ＭＳ Ｐゴシック" panose="020B0600070205080204" pitchFamily="34" charset="-128"/>
              </a:rPr>
              <a:t>(b) There are at most three people from each state.</a:t>
            </a:r>
            <a:endParaRPr lang="en-US" altLang="en-US">
              <a:ea typeface="ＭＳ Ｐゴシック" panose="020B0600070205080204" pitchFamily="34" charset="-128"/>
            </a:endParaRPr>
          </a:p>
          <a:p>
            <a:pPr eaLnBrk="1" hangingPunct="1"/>
            <a:endParaRPr lang="en-US" altLang="en-US">
              <a:ea typeface="ＭＳ Ｐゴシック" panose="020B0600070205080204" pitchFamily="34" charset="-128"/>
            </a:endParaRPr>
          </a:p>
          <a:p>
            <a:pPr eaLnBrk="1" hangingPunct="1"/>
            <a:endParaRPr lang="en-US" altLang="en-US">
              <a:ea typeface="ＭＳ Ｐゴシック" panose="020B0600070205080204" pitchFamily="34" charset="-128"/>
            </a:endParaRPr>
          </a:p>
          <a:p>
            <a:pPr eaLnBrk="1" hangingPunct="1">
              <a:buFont typeface="Wingdings" pitchFamily="2" charset="2"/>
              <a:buNone/>
            </a:pPr>
            <a:endParaRPr lang="en-US" altLang="en-US">
              <a:ea typeface="ＭＳ Ｐゴシック" panose="020B0600070205080204" pitchFamily="34" charset="-128"/>
            </a:endParaRPr>
          </a:p>
        </p:txBody>
      </p:sp>
    </p:spTree>
    <p:extLst>
      <p:ext uri="{BB962C8B-B14F-4D97-AF65-F5344CB8AC3E}">
        <p14:creationId xmlns:p14="http://schemas.microsoft.com/office/powerpoint/2010/main" val="373377827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9" name="Rectangle 2">
            <a:extLst>
              <a:ext uri="{FF2B5EF4-FFF2-40B4-BE49-F238E27FC236}">
                <a16:creationId xmlns:a16="http://schemas.microsoft.com/office/drawing/2014/main" id="{70677C41-0EA6-AB40-BF16-00CCDF366410}"/>
              </a:ext>
            </a:extLst>
          </p:cNvPr>
          <p:cNvSpPr>
            <a:spLocks noGrp="1" noChangeArrowheads="1"/>
          </p:cNvSpPr>
          <p:nvPr>
            <p:ph type="title"/>
          </p:nvPr>
        </p:nvSpPr>
        <p:spPr>
          <a:xfrm>
            <a:off x="1981200" y="1098550"/>
            <a:ext cx="8229600" cy="730250"/>
          </a:xfrm>
        </p:spPr>
        <p:txBody>
          <a:bodyPr/>
          <a:lstStyle/>
          <a:p>
            <a:pPr eaLnBrk="1" hangingPunct="1"/>
            <a:r>
              <a:rPr lang="en-US" altLang="en-US">
                <a:ea typeface="ＭＳ Ｐゴシック" panose="020B0600070205080204" pitchFamily="34" charset="-128"/>
              </a:rPr>
              <a:t>Class Problem :</a:t>
            </a:r>
          </a:p>
        </p:txBody>
      </p:sp>
      <p:sp>
        <p:nvSpPr>
          <p:cNvPr id="50180" name="Rectangle 3">
            <a:extLst>
              <a:ext uri="{FF2B5EF4-FFF2-40B4-BE49-F238E27FC236}">
                <a16:creationId xmlns:a16="http://schemas.microsoft.com/office/drawing/2014/main" id="{19242B3D-3D40-744F-9F01-C347F21ACC89}"/>
              </a:ext>
            </a:extLst>
          </p:cNvPr>
          <p:cNvSpPr>
            <a:spLocks noGrp="1" noChangeArrowheads="1"/>
          </p:cNvSpPr>
          <p:nvPr>
            <p:ph type="body" idx="1"/>
          </p:nvPr>
        </p:nvSpPr>
        <p:spPr>
          <a:xfrm>
            <a:off x="1960564" y="1981200"/>
            <a:ext cx="8518525" cy="4114800"/>
          </a:xfrm>
        </p:spPr>
        <p:txBody>
          <a:bodyPr/>
          <a:lstStyle/>
          <a:p>
            <a:r>
              <a:rPr lang="en-US" altLang="en-US">
                <a:ea typeface="ＭＳ Ｐゴシック" panose="020B0600070205080204" pitchFamily="34" charset="-128"/>
              </a:rPr>
              <a:t>A national singing contest has five distinct entrants from each state. Use a generating function for modeling the number of ways to pick 20 semifinalists if</a:t>
            </a:r>
          </a:p>
          <a:p>
            <a:r>
              <a:rPr lang="en-US" altLang="en-US" b="1">
                <a:ea typeface="ＭＳ Ｐゴシック" panose="020B0600070205080204" pitchFamily="34" charset="-128"/>
              </a:rPr>
              <a:t>(b) There are at most three people from each state.</a:t>
            </a:r>
            <a:endParaRPr lang="en-US" altLang="en-US">
              <a:ea typeface="ＭＳ Ｐゴシック" panose="020B0600070205080204" pitchFamily="34" charset="-128"/>
            </a:endParaRPr>
          </a:p>
          <a:p>
            <a:pPr eaLnBrk="1" hangingPunct="1"/>
            <a:endParaRPr lang="en-US" altLang="en-US">
              <a:ea typeface="ＭＳ Ｐゴシック" panose="020B0600070205080204" pitchFamily="34" charset="-128"/>
            </a:endParaRPr>
          </a:p>
          <a:p>
            <a:pPr eaLnBrk="1" hangingPunct="1"/>
            <a:endParaRPr lang="en-US" altLang="en-US">
              <a:ea typeface="ＭＳ Ｐゴシック" panose="020B0600070205080204" pitchFamily="34" charset="-128"/>
            </a:endParaRPr>
          </a:p>
          <a:p>
            <a:pPr eaLnBrk="1" hangingPunct="1">
              <a:buFont typeface="Wingdings" pitchFamily="2" charset="2"/>
              <a:buNone/>
            </a:pPr>
            <a:endParaRPr lang="en-US" altLang="en-US">
              <a:ea typeface="ＭＳ Ｐゴシック" panose="020B0600070205080204" pitchFamily="34" charset="-128"/>
            </a:endParaRPr>
          </a:p>
        </p:txBody>
      </p:sp>
      <p:graphicFrame>
        <p:nvGraphicFramePr>
          <p:cNvPr id="50181" name="Object 2">
            <a:extLst>
              <a:ext uri="{FF2B5EF4-FFF2-40B4-BE49-F238E27FC236}">
                <a16:creationId xmlns:a16="http://schemas.microsoft.com/office/drawing/2014/main" id="{D5F624AA-15E4-124C-A561-7DC815329D0B}"/>
              </a:ext>
            </a:extLst>
          </p:cNvPr>
          <p:cNvGraphicFramePr>
            <a:graphicFrameLocks noChangeAspect="1"/>
          </p:cNvGraphicFramePr>
          <p:nvPr>
            <p:extLst/>
          </p:nvPr>
        </p:nvGraphicFramePr>
        <p:xfrm>
          <a:off x="2389981" y="3942441"/>
          <a:ext cx="7412038" cy="1481137"/>
        </p:xfrm>
        <a:graphic>
          <a:graphicData uri="http://schemas.openxmlformats.org/presentationml/2006/ole">
            <mc:AlternateContent xmlns:mc="http://schemas.openxmlformats.org/markup-compatibility/2006">
              <mc:Choice xmlns:v="urn:schemas-microsoft-com:vml" Requires="v">
                <p:oleObj spid="_x0000_s21506" name="Equation" r:id="rId3" imgW="2857500" imgH="558800" progId="Equation.3">
                  <p:embed/>
                </p:oleObj>
              </mc:Choice>
              <mc:Fallback>
                <p:oleObj name="Equation" r:id="rId3" imgW="2857500" imgH="558800" progId="Equation.3">
                  <p:embed/>
                  <p:pic>
                    <p:nvPicPr>
                      <p:cNvPr id="50181" name="Object 2">
                        <a:extLst>
                          <a:ext uri="{FF2B5EF4-FFF2-40B4-BE49-F238E27FC236}">
                            <a16:creationId xmlns:a16="http://schemas.microsoft.com/office/drawing/2014/main" id="{D5F624AA-15E4-124C-A561-7DC815329D0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89981" y="3942441"/>
                        <a:ext cx="7412038" cy="14811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Tree>
    <p:extLst>
      <p:ext uri="{BB962C8B-B14F-4D97-AF65-F5344CB8AC3E}">
        <p14:creationId xmlns:p14="http://schemas.microsoft.com/office/powerpoint/2010/main" val="2475301453"/>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1312</Words>
  <Application>Microsoft Office PowerPoint</Application>
  <PresentationFormat>宽屏</PresentationFormat>
  <Paragraphs>146</Paragraphs>
  <Slides>30</Slides>
  <Notes>1</Notes>
  <HiddenSlides>0</HiddenSlides>
  <MMClips>0</MMClips>
  <ScaleCrop>false</ScaleCrop>
  <HeadingPairs>
    <vt:vector size="8" baseType="variant">
      <vt:variant>
        <vt:lpstr>已用的字体</vt:lpstr>
      </vt:variant>
      <vt:variant>
        <vt:i4>8</vt:i4>
      </vt:variant>
      <vt:variant>
        <vt:lpstr>主题</vt:lpstr>
      </vt:variant>
      <vt:variant>
        <vt:i4>1</vt:i4>
      </vt:variant>
      <vt:variant>
        <vt:lpstr>嵌入 OLE 服务器</vt:lpstr>
      </vt:variant>
      <vt:variant>
        <vt:i4>2</vt:i4>
      </vt:variant>
      <vt:variant>
        <vt:lpstr>幻灯片标题</vt:lpstr>
      </vt:variant>
      <vt:variant>
        <vt:i4>30</vt:i4>
      </vt:variant>
    </vt:vector>
  </HeadingPairs>
  <TitlesOfParts>
    <vt:vector size="41" baseType="lpstr">
      <vt:lpstr>ＭＳ Ｐゴシック</vt:lpstr>
      <vt:lpstr>等线</vt:lpstr>
      <vt:lpstr>等线 Light</vt:lpstr>
      <vt:lpstr>Arial</vt:lpstr>
      <vt:lpstr>Arial Black</vt:lpstr>
      <vt:lpstr>Cambria Math</vt:lpstr>
      <vt:lpstr>Times New Roman</vt:lpstr>
      <vt:lpstr>Wingdings</vt:lpstr>
      <vt:lpstr>Office 主题​​</vt:lpstr>
      <vt:lpstr>Equation</vt:lpstr>
      <vt:lpstr>Microsoft Equation 3.0</vt:lpstr>
      <vt:lpstr>PowerPoint 演示文稿</vt:lpstr>
      <vt:lpstr>PowerPoint 演示文稿</vt:lpstr>
      <vt:lpstr>History of generating function (from Wikipedia)</vt:lpstr>
      <vt:lpstr>PowerPoint 演示文稿</vt:lpstr>
      <vt:lpstr>PowerPoint 演示文稿</vt:lpstr>
      <vt:lpstr>Example 1 (equivalent approach)</vt:lpstr>
      <vt:lpstr>Example 2</vt:lpstr>
      <vt:lpstr>Example 2 (cont)</vt:lpstr>
      <vt:lpstr>Example 2 (cont)</vt:lpstr>
      <vt:lpstr>Example 1 (cont). Let’s suppose we modify the original question so that we are going to pick 6 balls. </vt:lpstr>
      <vt:lpstr>In General</vt:lpstr>
      <vt:lpstr>Example 3</vt:lpstr>
      <vt:lpstr>Class Problem 1:</vt:lpstr>
      <vt:lpstr>Class Problem 2:</vt:lpstr>
      <vt:lpstr>Class Problem :</vt:lpstr>
      <vt:lpstr>Class Problem :</vt:lpstr>
      <vt:lpstr>Class Problem :</vt:lpstr>
      <vt:lpstr>(a) e1 +e2 +e3 +e4 +e5 = r,   0 ≤ ei ≤ 5 </vt:lpstr>
      <vt:lpstr>(c) e1 +e2 +e3 +e4 = r, 2 ≤ ei ≤ 7 ;  e1 even; e2 odd  </vt:lpstr>
      <vt:lpstr>(d) e1 +e2 +e3 +e4 = r, 0 ≤ ei   </vt:lpstr>
      <vt:lpstr>(e) e1 +e2 +e3 +e4 = r,  0 &lt; ei ; e2 , e4 odd; e4 ≤ 3   </vt:lpstr>
      <vt:lpstr>Class Problem :</vt:lpstr>
      <vt:lpstr>Class Problem :</vt:lpstr>
      <vt:lpstr>Class Problem :</vt:lpstr>
      <vt:lpstr>Class Problem :</vt:lpstr>
      <vt:lpstr>Class Problem :</vt:lpstr>
      <vt:lpstr>Class Problem :</vt:lpstr>
      <vt:lpstr>Class Problem :</vt:lpstr>
      <vt:lpstr>Class Problem :</vt:lpstr>
      <vt:lpstr>Class Problem :</vt:lpstr>
    </vt:vector>
  </TitlesOfParts>
  <Company>HP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xing</dc:creator>
  <cp:lastModifiedBy>xing</cp:lastModifiedBy>
  <cp:revision>1</cp:revision>
  <dcterms:created xsi:type="dcterms:W3CDTF">2025-11-26T12:34:41Z</dcterms:created>
  <dcterms:modified xsi:type="dcterms:W3CDTF">2025-11-26T12:34:52Z</dcterms:modified>
</cp:coreProperties>
</file>