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444" r:id="rId2"/>
    <p:sldId id="445" r:id="rId3"/>
    <p:sldId id="446" r:id="rId4"/>
    <p:sldId id="447" r:id="rId5"/>
    <p:sldId id="44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4660"/>
  </p:normalViewPr>
  <p:slideViewPr>
    <p:cSldViewPr>
      <p:cViewPr varScale="1">
        <p:scale>
          <a:sx n="108" d="100"/>
          <a:sy n="108" d="100"/>
        </p:scale>
        <p:origin x="175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7A5C3-0C48-4A28-9B54-580079D6ADA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47487-FE42-471D-BE12-B804E3F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8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5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2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3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8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4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6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8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9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7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0228-ABE1-4604-A714-F25D34DAF5C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9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A8BD4B-928D-4A13-B754-DE344B020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6.4 Conditional distributions</a:t>
            </a:r>
            <a:br>
              <a:rPr lang="en-US" altLang="zh-CN" dirty="0"/>
            </a:br>
            <a:r>
              <a:rPr lang="en-US" altLang="zh-CN" dirty="0"/>
              <a:t>Discrete case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24E3E7F-EC5D-4171-89BD-39C42C9E68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Conditional probability of event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given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𝐸𝐹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For two discrete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, define </a:t>
                </a:r>
                <a:r>
                  <a:rPr lang="en-US" altLang="zh-CN" dirty="0" err="1"/>
                  <a:t>pmf</a:t>
                </a:r>
                <a:r>
                  <a:rPr lang="en-US" altLang="zh-CN" dirty="0"/>
                  <a:t>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given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CN" b="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den>
                    </m:f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0" i="1" dirty="0">
                    <a:latin typeface="Cambria Math" panose="02040503050406030204" pitchFamily="18" charset="0"/>
                  </a:rPr>
                  <a:t> 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den>
                    </m:f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0" dirty="0"/>
                  <a:t>Conditional distribution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For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independent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24E3E7F-EC5D-4171-89BD-39C42C9E6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5" t="-2561" b="-2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4233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4D02FB-756E-4D48-92F1-4424EABB57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Suppose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CN" dirty="0"/>
                  <a:t>the joint probability mass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, is given by 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=0.4,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=0.2,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=0.1,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Calculate the condition probability mass function of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 given that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4D02FB-756E-4D48-92F1-4424EABB57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6BD520B4-691B-45E7-864C-6A74170ED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6172200" cy="857250"/>
          </a:xfrm>
        </p:spPr>
        <p:txBody>
          <a:bodyPr/>
          <a:lstStyle/>
          <a:p>
            <a:r>
              <a:rPr lang="en-US" altLang="zh-CN" dirty="0"/>
              <a:t>Example 1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6341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8446B-D9CF-4AFC-A506-693187430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60A80F-DF36-46D6-978F-0B98E6C02F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 Poisson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respectively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, calculate the conditional distribution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given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. 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60A80F-DF36-46D6-978F-0B98E6C02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056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9E246-D9D2-4542-AAB9-8B7401863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DD52B87-6C68-4942-BF1A-46708CFBE9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altLang="zh-CN" b="0" dirty="0"/>
                  <a:t>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 The multinomial distribution with the joint probability mass function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=1,…,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!⋯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altLang="zh-CN" b="0" dirty="0"/>
                  <a:t>,</a:t>
                </a:r>
              </a:p>
              <a:p>
                <a:pPr marL="0" indent="0">
                  <a:buNone/>
                </a:pPr>
                <a:r>
                  <a:rPr lang="en-US" altLang="zh-CN" b="0" dirty="0"/>
                  <a:t>Assume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altLang="zh-CN" dirty="0"/>
                  <a:t> Calculate the condition probability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+1,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…,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800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DD52B87-6C68-4942-BF1A-46708CFBE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19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9A5F4-E9ED-4A75-82BE-35765F65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1E2AFB4-F9CB-4F53-BC9A-6FE3C50F45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Consider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independent trials, with each trial being a success with probability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dirty="0"/>
                  <a:t>. Given a total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successes, show that all possible orderings of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successes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failures are equally likely.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1E2AFB4-F9CB-4F53-BC9A-6FE3C50F45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2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6220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57694</TotalTime>
  <Words>249</Words>
  <Application>Microsoft Office PowerPoint</Application>
  <PresentationFormat>全屏显示(4:3)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宋体</vt:lpstr>
      <vt:lpstr>Arial</vt:lpstr>
      <vt:lpstr>Calibri</vt:lpstr>
      <vt:lpstr>Cambria Math</vt:lpstr>
      <vt:lpstr>Office Theme</vt:lpstr>
      <vt:lpstr>6.4 Conditional distributions Discrete case</vt:lpstr>
      <vt:lpstr>Example 1 </vt:lpstr>
      <vt:lpstr>Example 2</vt:lpstr>
      <vt:lpstr>Example 3</vt:lpstr>
      <vt:lpstr>Example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311</dc:title>
  <dc:creator>Joe</dc:creator>
  <cp:lastModifiedBy>xing</cp:lastModifiedBy>
  <cp:revision>216</cp:revision>
  <dcterms:created xsi:type="dcterms:W3CDTF">2013-08-27T21:54:20Z</dcterms:created>
  <dcterms:modified xsi:type="dcterms:W3CDTF">2026-04-29T06:25:48Z</dcterms:modified>
</cp:coreProperties>
</file>