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334" r:id="rId3"/>
    <p:sldId id="313" r:id="rId4"/>
    <p:sldId id="332" r:id="rId5"/>
    <p:sldId id="316" r:id="rId6"/>
    <p:sldId id="317" r:id="rId7"/>
    <p:sldId id="333" r:id="rId8"/>
    <p:sldId id="336" r:id="rId9"/>
    <p:sldId id="320" r:id="rId10"/>
    <p:sldId id="321" r:id="rId11"/>
    <p:sldId id="322" r:id="rId12"/>
    <p:sldId id="323" r:id="rId13"/>
    <p:sldId id="324" r:id="rId14"/>
    <p:sldId id="325" r:id="rId15"/>
    <p:sldId id="335" r:id="rId16"/>
    <p:sldId id="326" r:id="rId17"/>
    <p:sldId id="327" r:id="rId18"/>
    <p:sldId id="328" r:id="rId19"/>
    <p:sldId id="329" r:id="rId20"/>
    <p:sldId id="330"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D2B499-9A93-4CF2-ACE7-D9F7970F3BD3}" v="7" dt="2025-09-30T08:03:21.0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3" d="100"/>
          <a:sy n="143" d="100"/>
        </p:scale>
        <p:origin x="2313"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 Id="rId30"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F34F8855-C621-4438-806B-08A2E2CB3E3D}"/>
    <pc:docChg chg="modSld">
      <pc:chgData name="于 心瑞 Xinrui YU" userId="e6fcc6d4-2b88-4beb-95d7-57ae4d33a768" providerId="ADAL" clId="{F34F8855-C621-4438-806B-08A2E2CB3E3D}" dt="2025-09-30T11:20:22.555" v="0" actId="33639"/>
      <pc:docMkLst>
        <pc:docMk/>
      </pc:docMkLst>
      <pc:sldChg chg="delSp mod">
        <pc:chgData name="于 心瑞 Xinrui YU" userId="e6fcc6d4-2b88-4beb-95d7-57ae4d33a768" providerId="ADAL" clId="{F34F8855-C621-4438-806B-08A2E2CB3E3D}" dt="2025-09-30T11:20:22.555" v="0" actId="33639"/>
        <pc:sldMkLst>
          <pc:docMk/>
          <pc:sldMk cId="3555806743" sldId="320"/>
        </pc:sldMkLst>
        <pc:inkChg chg="del">
          <ac:chgData name="于 心瑞 Xinrui YU" userId="e6fcc6d4-2b88-4beb-95d7-57ae4d33a768" providerId="ADAL" clId="{F34F8855-C621-4438-806B-08A2E2CB3E3D}" dt="2025-09-30T11:20:22.555" v="0" actId="33639"/>
          <ac:inkMkLst>
            <pc:docMk/>
            <pc:sldMk cId="3555806743" sldId="320"/>
            <ac:inkMk id="4" creationId="{A6499C10-9B8C-B95C-EBC5-23D02A8220BC}"/>
          </ac:inkMkLst>
        </pc:inkChg>
      </pc:sldChg>
      <pc:sldChg chg="delSp mod">
        <pc:chgData name="于 心瑞 Xinrui YU" userId="e6fcc6d4-2b88-4beb-95d7-57ae4d33a768" providerId="ADAL" clId="{F34F8855-C621-4438-806B-08A2E2CB3E3D}" dt="2025-09-30T11:20:22.555" v="0" actId="33639"/>
        <pc:sldMkLst>
          <pc:docMk/>
          <pc:sldMk cId="3798227199" sldId="325"/>
        </pc:sldMkLst>
        <pc:inkChg chg="del">
          <ac:chgData name="于 心瑞 Xinrui YU" userId="e6fcc6d4-2b88-4beb-95d7-57ae4d33a768" providerId="ADAL" clId="{F34F8855-C621-4438-806B-08A2E2CB3E3D}" dt="2025-09-30T11:20:22.555" v="0" actId="33639"/>
          <ac:inkMkLst>
            <pc:docMk/>
            <pc:sldMk cId="3798227199" sldId="325"/>
            <ac:inkMk id="4" creationId="{132A78D1-ACBD-3602-007A-1843FEE5DF0C}"/>
          </ac:inkMkLst>
        </pc:inkChg>
      </pc:sldChg>
      <pc:sldChg chg="delSp mod">
        <pc:chgData name="于 心瑞 Xinrui YU" userId="e6fcc6d4-2b88-4beb-95d7-57ae4d33a768" providerId="ADAL" clId="{F34F8855-C621-4438-806B-08A2E2CB3E3D}" dt="2025-09-30T11:20:22.555" v="0" actId="33639"/>
        <pc:sldMkLst>
          <pc:docMk/>
          <pc:sldMk cId="1123105223" sldId="326"/>
        </pc:sldMkLst>
        <pc:inkChg chg="del">
          <ac:chgData name="于 心瑞 Xinrui YU" userId="e6fcc6d4-2b88-4beb-95d7-57ae4d33a768" providerId="ADAL" clId="{F34F8855-C621-4438-806B-08A2E2CB3E3D}" dt="2025-09-30T11:20:22.555" v="0" actId="33639"/>
          <ac:inkMkLst>
            <pc:docMk/>
            <pc:sldMk cId="1123105223" sldId="326"/>
            <ac:inkMk id="3" creationId="{62AAD5DB-952F-CA94-318C-DE0484E4A0C9}"/>
          </ac:inkMkLst>
        </pc:inkChg>
      </pc:sldChg>
      <pc:sldChg chg="delSp mod">
        <pc:chgData name="于 心瑞 Xinrui YU" userId="e6fcc6d4-2b88-4beb-95d7-57ae4d33a768" providerId="ADAL" clId="{F34F8855-C621-4438-806B-08A2E2CB3E3D}" dt="2025-09-30T11:20:22.555" v="0" actId="33639"/>
        <pc:sldMkLst>
          <pc:docMk/>
          <pc:sldMk cId="1490143227" sldId="328"/>
        </pc:sldMkLst>
        <pc:inkChg chg="del">
          <ac:chgData name="于 心瑞 Xinrui YU" userId="e6fcc6d4-2b88-4beb-95d7-57ae4d33a768" providerId="ADAL" clId="{F34F8855-C621-4438-806B-08A2E2CB3E3D}" dt="2025-09-30T11:20:22.555" v="0" actId="33639"/>
          <ac:inkMkLst>
            <pc:docMk/>
            <pc:sldMk cId="1490143227" sldId="328"/>
            <ac:inkMk id="4" creationId="{6648AC33-6A62-0FFB-076B-0972946E76C1}"/>
          </ac:inkMkLst>
        </pc:inkChg>
      </pc:sldChg>
      <pc:sldChg chg="delSp mod">
        <pc:chgData name="于 心瑞 Xinrui YU" userId="e6fcc6d4-2b88-4beb-95d7-57ae4d33a768" providerId="ADAL" clId="{F34F8855-C621-4438-806B-08A2E2CB3E3D}" dt="2025-09-30T11:20:22.555" v="0" actId="33639"/>
        <pc:sldMkLst>
          <pc:docMk/>
          <pc:sldMk cId="3585999774" sldId="329"/>
        </pc:sldMkLst>
        <pc:inkChg chg="del">
          <ac:chgData name="于 心瑞 Xinrui YU" userId="e6fcc6d4-2b88-4beb-95d7-57ae4d33a768" providerId="ADAL" clId="{F34F8855-C621-4438-806B-08A2E2CB3E3D}" dt="2025-09-30T11:20:22.555" v="0" actId="33639"/>
          <ac:inkMkLst>
            <pc:docMk/>
            <pc:sldMk cId="3585999774" sldId="329"/>
            <ac:inkMk id="4" creationId="{F4803F94-0A16-60B9-C4D8-3CE9763DE0BC}"/>
          </ac:inkMkLst>
        </pc:inkChg>
      </pc:sldChg>
      <pc:sldChg chg="delSp mod">
        <pc:chgData name="于 心瑞 Xinrui YU" userId="e6fcc6d4-2b88-4beb-95d7-57ae4d33a768" providerId="ADAL" clId="{F34F8855-C621-4438-806B-08A2E2CB3E3D}" dt="2025-09-30T11:20:22.555" v="0" actId="33639"/>
        <pc:sldMkLst>
          <pc:docMk/>
          <pc:sldMk cId="3017391988" sldId="335"/>
        </pc:sldMkLst>
        <pc:inkChg chg="del">
          <ac:chgData name="于 心瑞 Xinrui YU" userId="e6fcc6d4-2b88-4beb-95d7-57ae4d33a768" providerId="ADAL" clId="{F34F8855-C621-4438-806B-08A2E2CB3E3D}" dt="2025-09-30T11:20:22.555" v="0" actId="33639"/>
          <ac:inkMkLst>
            <pc:docMk/>
            <pc:sldMk cId="3017391988" sldId="335"/>
            <ac:inkMk id="4" creationId="{56364A24-D044-3F66-35AE-A425D63E01F3}"/>
          </ac:inkMkLst>
        </pc:inkChg>
      </pc:sldChg>
      <pc:sldChg chg="delSp mod">
        <pc:chgData name="于 心瑞 Xinrui YU" userId="e6fcc6d4-2b88-4beb-95d7-57ae4d33a768" providerId="ADAL" clId="{F34F8855-C621-4438-806B-08A2E2CB3E3D}" dt="2025-09-30T11:20:22.555" v="0" actId="33639"/>
        <pc:sldMkLst>
          <pc:docMk/>
          <pc:sldMk cId="1673162331" sldId="336"/>
        </pc:sldMkLst>
        <pc:inkChg chg="del">
          <ac:chgData name="于 心瑞 Xinrui YU" userId="e6fcc6d4-2b88-4beb-95d7-57ae4d33a768" providerId="ADAL" clId="{F34F8855-C621-4438-806B-08A2E2CB3E3D}" dt="2025-09-30T11:20:22.555" v="0" actId="33639"/>
          <ac:inkMkLst>
            <pc:docMk/>
            <pc:sldMk cId="1673162331" sldId="336"/>
            <ac:inkMk id="5" creationId="{8CA56A1A-CCE3-E996-4FF1-E005B81A53B6}"/>
          </ac:inkMkLst>
        </pc:inkChg>
      </pc:sldChg>
    </pc:docChg>
  </pc:docChgLst>
  <pc:docChgLst>
    <pc:chgData name="于 心瑞 Xinrui YU" userId="e6fcc6d4-2b88-4beb-95d7-57ae4d33a768" providerId="ADAL" clId="{CFFA9A75-F840-4F6F-AF7D-069F806E1180}"/>
    <pc:docChg chg="custSel addSld modSld">
      <pc:chgData name="于 心瑞 Xinrui YU" userId="e6fcc6d4-2b88-4beb-95d7-57ae4d33a768" providerId="ADAL" clId="{CFFA9A75-F840-4F6F-AF7D-069F806E1180}" dt="2025-09-30T08:03:21.029" v="63"/>
      <pc:docMkLst>
        <pc:docMk/>
      </pc:docMkLst>
      <pc:sldChg chg="addSp delSp mod">
        <pc:chgData name="于 心瑞 Xinrui YU" userId="e6fcc6d4-2b88-4beb-95d7-57ae4d33a768" providerId="ADAL" clId="{CFFA9A75-F840-4F6F-AF7D-069F806E1180}" dt="2025-09-30T07:49:33.189" v="62" actId="33639"/>
        <pc:sldMkLst>
          <pc:docMk/>
          <pc:sldMk cId="3950944307" sldId="313"/>
        </pc:sldMkLst>
        <pc:inkChg chg="add del">
          <ac:chgData name="于 心瑞 Xinrui YU" userId="e6fcc6d4-2b88-4beb-95d7-57ae4d33a768" providerId="ADAL" clId="{CFFA9A75-F840-4F6F-AF7D-069F806E1180}" dt="2025-09-30T07:49:33.189" v="62" actId="33639"/>
          <ac:inkMkLst>
            <pc:docMk/>
            <pc:sldMk cId="3950944307" sldId="313"/>
            <ac:inkMk id="3" creationId="{5075B39A-4422-93DB-A347-DC2BE7CDF729}"/>
          </ac:inkMkLst>
        </pc:inkChg>
      </pc:sldChg>
      <pc:sldChg chg="addSp delSp mod">
        <pc:chgData name="于 心瑞 Xinrui YU" userId="e6fcc6d4-2b88-4beb-95d7-57ae4d33a768" providerId="ADAL" clId="{CFFA9A75-F840-4F6F-AF7D-069F806E1180}" dt="2025-09-30T07:49:33.189" v="62" actId="33639"/>
        <pc:sldMkLst>
          <pc:docMk/>
          <pc:sldMk cId="4165096542" sldId="316"/>
        </pc:sldMkLst>
        <pc:inkChg chg="add del">
          <ac:chgData name="于 心瑞 Xinrui YU" userId="e6fcc6d4-2b88-4beb-95d7-57ae4d33a768" providerId="ADAL" clId="{CFFA9A75-F840-4F6F-AF7D-069F806E1180}" dt="2025-09-30T07:49:33.189" v="62" actId="33639"/>
          <ac:inkMkLst>
            <pc:docMk/>
            <pc:sldMk cId="4165096542" sldId="316"/>
            <ac:inkMk id="6" creationId="{EA1C0015-FAC1-E418-7A45-1CE54A429510}"/>
          </ac:inkMkLst>
        </pc:inkChg>
      </pc:sldChg>
      <pc:sldChg chg="addSp delSp mod">
        <pc:chgData name="于 心瑞 Xinrui YU" userId="e6fcc6d4-2b88-4beb-95d7-57ae4d33a768" providerId="ADAL" clId="{CFFA9A75-F840-4F6F-AF7D-069F806E1180}" dt="2025-09-30T07:49:33.189" v="62" actId="33639"/>
        <pc:sldMkLst>
          <pc:docMk/>
          <pc:sldMk cId="825556070" sldId="317"/>
        </pc:sldMkLst>
        <pc:inkChg chg="add del">
          <ac:chgData name="于 心瑞 Xinrui YU" userId="e6fcc6d4-2b88-4beb-95d7-57ae4d33a768" providerId="ADAL" clId="{CFFA9A75-F840-4F6F-AF7D-069F806E1180}" dt="2025-09-30T07:49:33.189" v="62" actId="33639"/>
          <ac:inkMkLst>
            <pc:docMk/>
            <pc:sldMk cId="825556070" sldId="317"/>
            <ac:inkMk id="4" creationId="{A1D6F131-8A6A-0BBD-5C36-D7C93797F60C}"/>
          </ac:inkMkLst>
        </pc:inkChg>
      </pc:sldChg>
      <pc:sldChg chg="addSp delSp mod">
        <pc:chgData name="于 心瑞 Xinrui YU" userId="e6fcc6d4-2b88-4beb-95d7-57ae4d33a768" providerId="ADAL" clId="{CFFA9A75-F840-4F6F-AF7D-069F806E1180}" dt="2025-09-30T08:03:21.029" v="63"/>
        <pc:sldMkLst>
          <pc:docMk/>
          <pc:sldMk cId="3555806743" sldId="320"/>
        </pc:sldMkLst>
        <pc:inkChg chg="add del">
          <ac:chgData name="于 心瑞 Xinrui YU" userId="e6fcc6d4-2b88-4beb-95d7-57ae4d33a768" providerId="ADAL" clId="{CFFA9A75-F840-4F6F-AF7D-069F806E1180}" dt="2025-09-30T07:49:33.189" v="62" actId="33639"/>
          <ac:inkMkLst>
            <pc:docMk/>
            <pc:sldMk cId="3555806743" sldId="320"/>
            <ac:inkMk id="3" creationId="{8BCD3DE3-487A-E7AF-5769-F0BEFCF815C3}"/>
          </ac:inkMkLst>
        </pc:inkChg>
        <pc:inkChg chg="add">
          <ac:chgData name="于 心瑞 Xinrui YU" userId="e6fcc6d4-2b88-4beb-95d7-57ae4d33a768" providerId="ADAL" clId="{CFFA9A75-F840-4F6F-AF7D-069F806E1180}" dt="2025-09-30T08:03:21.029" v="63"/>
          <ac:inkMkLst>
            <pc:docMk/>
            <pc:sldMk cId="3555806743" sldId="320"/>
            <ac:inkMk id="4" creationId="{A6499C10-9B8C-B95C-EBC5-23D02A8220BC}"/>
          </ac:inkMkLst>
        </pc:inkChg>
      </pc:sldChg>
      <pc:sldChg chg="addSp delSp mod">
        <pc:chgData name="于 心瑞 Xinrui YU" userId="e6fcc6d4-2b88-4beb-95d7-57ae4d33a768" providerId="ADAL" clId="{CFFA9A75-F840-4F6F-AF7D-069F806E1180}" dt="2025-09-30T08:03:21.029" v="63"/>
        <pc:sldMkLst>
          <pc:docMk/>
          <pc:sldMk cId="3798227199" sldId="325"/>
        </pc:sldMkLst>
        <pc:inkChg chg="add del">
          <ac:chgData name="于 心瑞 Xinrui YU" userId="e6fcc6d4-2b88-4beb-95d7-57ae4d33a768" providerId="ADAL" clId="{CFFA9A75-F840-4F6F-AF7D-069F806E1180}" dt="2025-09-30T07:49:33.189" v="62" actId="33639"/>
          <ac:inkMkLst>
            <pc:docMk/>
            <pc:sldMk cId="3798227199" sldId="325"/>
            <ac:inkMk id="3" creationId="{4411DEE8-9C7B-AD50-47F3-68AC9B9C5B29}"/>
          </ac:inkMkLst>
        </pc:inkChg>
        <pc:inkChg chg="add">
          <ac:chgData name="于 心瑞 Xinrui YU" userId="e6fcc6d4-2b88-4beb-95d7-57ae4d33a768" providerId="ADAL" clId="{CFFA9A75-F840-4F6F-AF7D-069F806E1180}" dt="2025-09-30T08:03:21.029" v="63"/>
          <ac:inkMkLst>
            <pc:docMk/>
            <pc:sldMk cId="3798227199" sldId="325"/>
            <ac:inkMk id="4" creationId="{132A78D1-ACBD-3602-007A-1843FEE5DF0C}"/>
          </ac:inkMkLst>
        </pc:inkChg>
      </pc:sldChg>
      <pc:sldChg chg="addSp">
        <pc:chgData name="于 心瑞 Xinrui YU" userId="e6fcc6d4-2b88-4beb-95d7-57ae4d33a768" providerId="ADAL" clId="{CFFA9A75-F840-4F6F-AF7D-069F806E1180}" dt="2025-09-30T08:03:21.029" v="63"/>
        <pc:sldMkLst>
          <pc:docMk/>
          <pc:sldMk cId="1123105223" sldId="326"/>
        </pc:sldMkLst>
        <pc:inkChg chg="add">
          <ac:chgData name="于 心瑞 Xinrui YU" userId="e6fcc6d4-2b88-4beb-95d7-57ae4d33a768" providerId="ADAL" clId="{CFFA9A75-F840-4F6F-AF7D-069F806E1180}" dt="2025-09-30T08:03:21.029" v="63"/>
          <ac:inkMkLst>
            <pc:docMk/>
            <pc:sldMk cId="1123105223" sldId="326"/>
            <ac:inkMk id="3" creationId="{62AAD5DB-952F-CA94-318C-DE0484E4A0C9}"/>
          </ac:inkMkLst>
        </pc:inkChg>
      </pc:sldChg>
      <pc:sldChg chg="addSp delSp mod">
        <pc:chgData name="于 心瑞 Xinrui YU" userId="e6fcc6d4-2b88-4beb-95d7-57ae4d33a768" providerId="ADAL" clId="{CFFA9A75-F840-4F6F-AF7D-069F806E1180}" dt="2025-09-30T07:49:33.189" v="62" actId="33639"/>
        <pc:sldMkLst>
          <pc:docMk/>
          <pc:sldMk cId="830395954" sldId="327"/>
        </pc:sldMkLst>
        <pc:inkChg chg="add del">
          <ac:chgData name="于 心瑞 Xinrui YU" userId="e6fcc6d4-2b88-4beb-95d7-57ae4d33a768" providerId="ADAL" clId="{CFFA9A75-F840-4F6F-AF7D-069F806E1180}" dt="2025-09-30T07:49:33.189" v="62" actId="33639"/>
          <ac:inkMkLst>
            <pc:docMk/>
            <pc:sldMk cId="830395954" sldId="327"/>
            <ac:inkMk id="3" creationId="{EE15EFCC-96D0-0A02-5AB9-E1D7DA695AE2}"/>
          </ac:inkMkLst>
        </pc:inkChg>
      </pc:sldChg>
      <pc:sldChg chg="addSp delSp mod">
        <pc:chgData name="于 心瑞 Xinrui YU" userId="e6fcc6d4-2b88-4beb-95d7-57ae4d33a768" providerId="ADAL" clId="{CFFA9A75-F840-4F6F-AF7D-069F806E1180}" dt="2025-09-30T08:03:21.029" v="63"/>
        <pc:sldMkLst>
          <pc:docMk/>
          <pc:sldMk cId="1490143227" sldId="328"/>
        </pc:sldMkLst>
        <pc:inkChg chg="add del">
          <ac:chgData name="于 心瑞 Xinrui YU" userId="e6fcc6d4-2b88-4beb-95d7-57ae4d33a768" providerId="ADAL" clId="{CFFA9A75-F840-4F6F-AF7D-069F806E1180}" dt="2025-09-30T07:49:33.189" v="62" actId="33639"/>
          <ac:inkMkLst>
            <pc:docMk/>
            <pc:sldMk cId="1490143227" sldId="328"/>
            <ac:inkMk id="3" creationId="{FDCCD82F-70A3-A837-D9D4-DEC50AEA9259}"/>
          </ac:inkMkLst>
        </pc:inkChg>
        <pc:inkChg chg="add">
          <ac:chgData name="于 心瑞 Xinrui YU" userId="e6fcc6d4-2b88-4beb-95d7-57ae4d33a768" providerId="ADAL" clId="{CFFA9A75-F840-4F6F-AF7D-069F806E1180}" dt="2025-09-30T08:03:21.029" v="63"/>
          <ac:inkMkLst>
            <pc:docMk/>
            <pc:sldMk cId="1490143227" sldId="328"/>
            <ac:inkMk id="4" creationId="{6648AC33-6A62-0FFB-076B-0972946E76C1}"/>
          </ac:inkMkLst>
        </pc:inkChg>
      </pc:sldChg>
      <pc:sldChg chg="addSp delSp mod">
        <pc:chgData name="于 心瑞 Xinrui YU" userId="e6fcc6d4-2b88-4beb-95d7-57ae4d33a768" providerId="ADAL" clId="{CFFA9A75-F840-4F6F-AF7D-069F806E1180}" dt="2025-09-30T08:03:21.029" v="63"/>
        <pc:sldMkLst>
          <pc:docMk/>
          <pc:sldMk cId="3585999774" sldId="329"/>
        </pc:sldMkLst>
        <pc:inkChg chg="add del">
          <ac:chgData name="于 心瑞 Xinrui YU" userId="e6fcc6d4-2b88-4beb-95d7-57ae4d33a768" providerId="ADAL" clId="{CFFA9A75-F840-4F6F-AF7D-069F806E1180}" dt="2025-09-30T07:49:33.189" v="62" actId="33639"/>
          <ac:inkMkLst>
            <pc:docMk/>
            <pc:sldMk cId="3585999774" sldId="329"/>
            <ac:inkMk id="3" creationId="{62E11DAB-5F5B-696E-9E3D-A990572C834E}"/>
          </ac:inkMkLst>
        </pc:inkChg>
        <pc:inkChg chg="add">
          <ac:chgData name="于 心瑞 Xinrui YU" userId="e6fcc6d4-2b88-4beb-95d7-57ae4d33a768" providerId="ADAL" clId="{CFFA9A75-F840-4F6F-AF7D-069F806E1180}" dt="2025-09-30T08:03:21.029" v="63"/>
          <ac:inkMkLst>
            <pc:docMk/>
            <pc:sldMk cId="3585999774" sldId="329"/>
            <ac:inkMk id="4" creationId="{F4803F94-0A16-60B9-C4D8-3CE9763DE0BC}"/>
          </ac:inkMkLst>
        </pc:inkChg>
      </pc:sldChg>
      <pc:sldChg chg="addSp delSp mod">
        <pc:chgData name="于 心瑞 Xinrui YU" userId="e6fcc6d4-2b88-4beb-95d7-57ae4d33a768" providerId="ADAL" clId="{CFFA9A75-F840-4F6F-AF7D-069F806E1180}" dt="2025-09-30T07:49:33.189" v="62" actId="33639"/>
        <pc:sldMkLst>
          <pc:docMk/>
          <pc:sldMk cId="2076218080" sldId="332"/>
        </pc:sldMkLst>
        <pc:inkChg chg="add del">
          <ac:chgData name="于 心瑞 Xinrui YU" userId="e6fcc6d4-2b88-4beb-95d7-57ae4d33a768" providerId="ADAL" clId="{CFFA9A75-F840-4F6F-AF7D-069F806E1180}" dt="2025-09-30T07:49:33.189" v="62" actId="33639"/>
          <ac:inkMkLst>
            <pc:docMk/>
            <pc:sldMk cId="2076218080" sldId="332"/>
            <ac:inkMk id="3" creationId="{D40D8522-6BC9-9F84-E67E-1FACB6799DAE}"/>
          </ac:inkMkLst>
        </pc:inkChg>
      </pc:sldChg>
      <pc:sldChg chg="addSp delSp mod modNotesTx">
        <pc:chgData name="于 心瑞 Xinrui YU" userId="e6fcc6d4-2b88-4beb-95d7-57ae4d33a768" providerId="ADAL" clId="{CFFA9A75-F840-4F6F-AF7D-069F806E1180}" dt="2025-09-30T07:49:33.189" v="62" actId="33639"/>
        <pc:sldMkLst>
          <pc:docMk/>
          <pc:sldMk cId="3527497660" sldId="333"/>
        </pc:sldMkLst>
        <pc:inkChg chg="add del">
          <ac:chgData name="于 心瑞 Xinrui YU" userId="e6fcc6d4-2b88-4beb-95d7-57ae4d33a768" providerId="ADAL" clId="{CFFA9A75-F840-4F6F-AF7D-069F806E1180}" dt="2025-09-30T07:49:33.189" v="62" actId="33639"/>
          <ac:inkMkLst>
            <pc:docMk/>
            <pc:sldMk cId="3527497660" sldId="333"/>
            <ac:inkMk id="4" creationId="{609DA2B8-C532-3458-0AAD-8B6274E725F9}"/>
          </ac:inkMkLst>
        </pc:inkChg>
      </pc:sldChg>
      <pc:sldChg chg="addSp delSp mod">
        <pc:chgData name="于 心瑞 Xinrui YU" userId="e6fcc6d4-2b88-4beb-95d7-57ae4d33a768" providerId="ADAL" clId="{CFFA9A75-F840-4F6F-AF7D-069F806E1180}" dt="2025-09-30T07:49:33.189" v="62" actId="33639"/>
        <pc:sldMkLst>
          <pc:docMk/>
          <pc:sldMk cId="33034078" sldId="334"/>
        </pc:sldMkLst>
        <pc:inkChg chg="add del">
          <ac:chgData name="于 心瑞 Xinrui YU" userId="e6fcc6d4-2b88-4beb-95d7-57ae4d33a768" providerId="ADAL" clId="{CFFA9A75-F840-4F6F-AF7D-069F806E1180}" dt="2025-09-30T07:49:33.189" v="62" actId="33639"/>
          <ac:inkMkLst>
            <pc:docMk/>
            <pc:sldMk cId="33034078" sldId="334"/>
            <ac:inkMk id="4" creationId="{D5DC0907-B880-F925-7B86-10F678B73BFE}"/>
          </ac:inkMkLst>
        </pc:inkChg>
      </pc:sldChg>
      <pc:sldChg chg="addSp delSp mod">
        <pc:chgData name="于 心瑞 Xinrui YU" userId="e6fcc6d4-2b88-4beb-95d7-57ae4d33a768" providerId="ADAL" clId="{CFFA9A75-F840-4F6F-AF7D-069F806E1180}" dt="2025-09-30T08:03:21.029" v="63"/>
        <pc:sldMkLst>
          <pc:docMk/>
          <pc:sldMk cId="3017391988" sldId="335"/>
        </pc:sldMkLst>
        <pc:inkChg chg="add del">
          <ac:chgData name="于 心瑞 Xinrui YU" userId="e6fcc6d4-2b88-4beb-95d7-57ae4d33a768" providerId="ADAL" clId="{CFFA9A75-F840-4F6F-AF7D-069F806E1180}" dt="2025-09-30T07:49:33.189" v="62" actId="33639"/>
          <ac:inkMkLst>
            <pc:docMk/>
            <pc:sldMk cId="3017391988" sldId="335"/>
            <ac:inkMk id="3" creationId="{EAC8759D-5A52-BC99-6F81-587A4C0081E8}"/>
          </ac:inkMkLst>
        </pc:inkChg>
        <pc:inkChg chg="add">
          <ac:chgData name="于 心瑞 Xinrui YU" userId="e6fcc6d4-2b88-4beb-95d7-57ae4d33a768" providerId="ADAL" clId="{CFFA9A75-F840-4F6F-AF7D-069F806E1180}" dt="2025-09-30T08:03:21.029" v="63"/>
          <ac:inkMkLst>
            <pc:docMk/>
            <pc:sldMk cId="3017391988" sldId="335"/>
            <ac:inkMk id="4" creationId="{56364A24-D044-3F66-35AE-A425D63E01F3}"/>
          </ac:inkMkLst>
        </pc:inkChg>
      </pc:sldChg>
      <pc:sldChg chg="addSp delSp modSp new mod">
        <pc:chgData name="于 心瑞 Xinrui YU" userId="e6fcc6d4-2b88-4beb-95d7-57ae4d33a768" providerId="ADAL" clId="{CFFA9A75-F840-4F6F-AF7D-069F806E1180}" dt="2025-09-30T08:03:21.029" v="63"/>
        <pc:sldMkLst>
          <pc:docMk/>
          <pc:sldMk cId="1673162331" sldId="336"/>
        </pc:sldMkLst>
        <pc:spChg chg="mod">
          <ac:chgData name="于 心瑞 Xinrui YU" userId="e6fcc6d4-2b88-4beb-95d7-57ae4d33a768" providerId="ADAL" clId="{CFFA9A75-F840-4F6F-AF7D-069F806E1180}" dt="2025-09-30T05:52:27.900" v="60" actId="20577"/>
          <ac:spMkLst>
            <pc:docMk/>
            <pc:sldMk cId="1673162331" sldId="336"/>
            <ac:spMk id="2" creationId="{7B80FF45-7A88-567B-1EDE-E8F3E24A782C}"/>
          </ac:spMkLst>
        </pc:spChg>
        <pc:spChg chg="mod">
          <ac:chgData name="于 心瑞 Xinrui YU" userId="e6fcc6d4-2b88-4beb-95d7-57ae4d33a768" providerId="ADAL" clId="{CFFA9A75-F840-4F6F-AF7D-069F806E1180}" dt="2025-09-30T05:52:05.710" v="37" actId="27636"/>
          <ac:spMkLst>
            <pc:docMk/>
            <pc:sldMk cId="1673162331" sldId="336"/>
            <ac:spMk id="3" creationId="{FAE90889-2890-7D62-DD48-54B5B51AA2D5}"/>
          </ac:spMkLst>
        </pc:spChg>
        <pc:inkChg chg="add del">
          <ac:chgData name="于 心瑞 Xinrui YU" userId="e6fcc6d4-2b88-4beb-95d7-57ae4d33a768" providerId="ADAL" clId="{CFFA9A75-F840-4F6F-AF7D-069F806E1180}" dt="2025-09-30T07:49:33.189" v="62" actId="33639"/>
          <ac:inkMkLst>
            <pc:docMk/>
            <pc:sldMk cId="1673162331" sldId="336"/>
            <ac:inkMk id="4" creationId="{FE2EFDF2-F1D9-3886-C9E7-048AE9B6A6B2}"/>
          </ac:inkMkLst>
        </pc:inkChg>
        <pc:inkChg chg="add">
          <ac:chgData name="于 心瑞 Xinrui YU" userId="e6fcc6d4-2b88-4beb-95d7-57ae4d33a768" providerId="ADAL" clId="{CFFA9A75-F840-4F6F-AF7D-069F806E1180}" dt="2025-09-30T08:03:21.029" v="63"/>
          <ac:inkMkLst>
            <pc:docMk/>
            <pc:sldMk cId="1673162331" sldId="336"/>
            <ac:inkMk id="5" creationId="{8CA56A1A-CCE3-E996-4FF1-E005B81A53B6}"/>
          </ac:inkMkLst>
        </pc:inkChg>
      </pc:sldChg>
    </pc:docChg>
  </pc:docChgLst>
  <pc:docChgLst>
    <pc:chgData name="于 心瑞 Xinrui YU" userId="e6fcc6d4-2b88-4beb-95d7-57ae4d33a768" providerId="ADAL" clId="{DA525E04-30D5-4FE4-BF01-665A47F9F26E}"/>
    <pc:docChg chg="undo custSel modSld">
      <pc:chgData name="于 心瑞 Xinrui YU" userId="e6fcc6d4-2b88-4beb-95d7-57ae4d33a768" providerId="ADAL" clId="{DA525E04-30D5-4FE4-BF01-665A47F9F26E}" dt="2025-02-28T00:51:01.272" v="34" actId="122"/>
      <pc:docMkLst>
        <pc:docMk/>
      </pc:docMkLst>
      <pc:sldChg chg="addSp modSp mod">
        <pc:chgData name="于 心瑞 Xinrui YU" userId="e6fcc6d4-2b88-4beb-95d7-57ae4d33a768" providerId="ADAL" clId="{DA525E04-30D5-4FE4-BF01-665A47F9F26E}" dt="2025-02-28T00:51:01.272" v="34" actId="122"/>
        <pc:sldMkLst>
          <pc:docMk/>
          <pc:sldMk cId="3017391988" sldId="33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7447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747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Why breaks? </a:t>
            </a:r>
            <a:r>
              <a:rPr lang="en-US" dirty="0"/>
              <a:t>This means if a case matches, execution will </a:t>
            </a:r>
            <a:r>
              <a:rPr lang="en-US" b="1" dirty="0"/>
              <a:t>continue to the next case</a:t>
            </a:r>
            <a:r>
              <a:rPr lang="en-US" dirty="0"/>
              <a:t> even if the condition no longer matches.</a:t>
            </a:r>
          </a:p>
        </p:txBody>
      </p:sp>
    </p:spTree>
    <p:extLst>
      <p:ext uri="{BB962C8B-B14F-4D97-AF65-F5344CB8AC3E}">
        <p14:creationId xmlns:p14="http://schemas.microsoft.com/office/powerpoint/2010/main" val="2930978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Class </a:t>
            </a:r>
            <a:r>
              <a:rPr lang="en-US" altLang="zh-CN"/>
              <a:t>01 stopped here 09/28</a:t>
            </a:r>
            <a:endParaRPr lang="zh-CN" altLang="en-US"/>
          </a:p>
        </p:txBody>
      </p:sp>
    </p:spTree>
    <p:extLst>
      <p:ext uri="{BB962C8B-B14F-4D97-AF65-F5344CB8AC3E}">
        <p14:creationId xmlns:p14="http://schemas.microsoft.com/office/powerpoint/2010/main" val="153178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2" name="Title 1">
            <a:extLst>
              <a:ext uri="{FF2B5EF4-FFF2-40B4-BE49-F238E27FC236}">
                <a16:creationId xmlns:a16="http://schemas.microsoft.com/office/drawing/2014/main" id="{1730766B-A39C-48AD-AF4E-3FB458C16D13}"/>
              </a:ext>
            </a:extLst>
          </p:cNvPr>
          <p:cNvSpPr>
            <a:spLocks noGrp="1"/>
          </p:cNvSpPr>
          <p:nvPr>
            <p:ph type="title"/>
          </p:nvPr>
        </p:nvSpPr>
        <p:spPr/>
        <p:txBody>
          <a:bodyPr>
            <a:normAutofit fontScale="90000"/>
          </a:bodyPr>
          <a:lstStyle/>
          <a:p>
            <a:r>
              <a:rPr lang="en-US" dirty="0"/>
              <a:t>Switch Statements</a:t>
            </a:r>
          </a:p>
        </p:txBody>
      </p:sp>
      <p:sp>
        <p:nvSpPr>
          <p:cNvPr id="54" name="Google Shape;54;p1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endParaRPr sz="3200" b="1" dirty="0">
              <a:solidFill>
                <a:schemeClr val="dk1"/>
              </a:solidFill>
            </a:endParaRPr>
          </a:p>
          <a:p>
            <a:pPr marL="0" lvl="0" indent="0" algn="ctr" rtl="0">
              <a:lnSpc>
                <a:spcPct val="100000"/>
              </a:lnSpc>
              <a:spcBef>
                <a:spcPts val="0"/>
              </a:spcBef>
              <a:spcAft>
                <a:spcPts val="0"/>
              </a:spcAft>
              <a:buNone/>
            </a:pPr>
            <a:r>
              <a:rPr lang="en-US" sz="3200" b="1" dirty="0">
                <a:solidFill>
                  <a:schemeClr val="dk1"/>
                </a:solidFill>
              </a:rPr>
              <a:t>Switch Statements</a:t>
            </a:r>
            <a:endParaRPr sz="3200" b="1" dirty="0">
              <a:solidFill>
                <a:schemeClr val="dk1"/>
              </a:solidFill>
            </a:endParaRPr>
          </a:p>
        </p:txBody>
      </p:sp>
      <p:pic>
        <p:nvPicPr>
          <p:cNvPr id="3" name="그림 1" descr="Text, letter&#10;&#10;Description automatically generated">
            <a:extLst>
              <a:ext uri="{FF2B5EF4-FFF2-40B4-BE49-F238E27FC236}">
                <a16:creationId xmlns:a16="http://schemas.microsoft.com/office/drawing/2014/main" id="{48E712CA-5FF1-CF44-B94A-AE7D1C98DC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Objectives: </a:t>
            </a:r>
          </a:p>
        </p:txBody>
      </p:sp>
      <p:sp>
        <p:nvSpPr>
          <p:cNvPr id="3" name="Text Placeholder 2"/>
          <p:cNvSpPr>
            <a:spLocks noGrp="1"/>
          </p:cNvSpPr>
          <p:nvPr>
            <p:ph type="body" idx="1"/>
          </p:nvPr>
        </p:nvSpPr>
        <p:spPr/>
        <p:txBody>
          <a:bodyPr>
            <a:normAutofit/>
          </a:bodyPr>
          <a:lstStyle/>
          <a:p>
            <a:pPr fontAlgn="base"/>
            <a:r>
              <a:rPr lang="en-US" dirty="0">
                <a:solidFill>
                  <a:schemeClr val="tx1"/>
                </a:solidFill>
                <a:cs typeface="Courier New" pitchFamily="49" charset="0"/>
              </a:rPr>
              <a:t>If-else statement and switch statement</a:t>
            </a:r>
          </a:p>
          <a:p>
            <a:pPr fontAlgn="base"/>
            <a:r>
              <a:rPr lang="en-US" dirty="0">
                <a:solidFill>
                  <a:schemeClr val="tx1"/>
                </a:solidFill>
                <a:cs typeface="Courier New" pitchFamily="49" charset="0"/>
              </a:rPr>
              <a:t>Relational operators</a:t>
            </a:r>
          </a:p>
          <a:p>
            <a:pPr fontAlgn="base"/>
            <a:r>
              <a:rPr lang="en-US" dirty="0">
                <a:solidFill>
                  <a:schemeClr val="tx1"/>
                </a:solidFill>
                <a:cs typeface="Courier New" pitchFamily="49" charset="0"/>
              </a:rPr>
              <a:t>Switch expressions data types</a:t>
            </a:r>
          </a:p>
          <a:p>
            <a:pPr fontAlgn="base"/>
            <a:r>
              <a:rPr lang="en-US" dirty="0">
                <a:solidFill>
                  <a:schemeClr val="tx1"/>
                </a:solidFill>
                <a:cs typeface="Courier New" pitchFamily="49" charset="0"/>
              </a:rPr>
              <a:t>Switch case, and default</a:t>
            </a:r>
          </a:p>
          <a:p>
            <a:pPr fontAlgn="base"/>
            <a:r>
              <a:rPr lang="en-US" dirty="0">
                <a:solidFill>
                  <a:schemeClr val="tx1"/>
                </a:solidFill>
                <a:cs typeface="Courier New" pitchFamily="49" charset="0"/>
              </a:rPr>
              <a:t>Example of switch statement</a:t>
            </a:r>
          </a:p>
          <a:p>
            <a:pPr marL="596900" lvl="1" indent="0" fontAlgn="base">
              <a:buNone/>
            </a:pPr>
            <a:endParaRPr lang="en-US" sz="1500" dirty="0">
              <a:solidFill>
                <a:schemeClr val="tx1"/>
              </a:solidFill>
              <a:cs typeface="Courier New" pitchFamily="49" charset="0"/>
            </a:endParaRPr>
          </a:p>
          <a:p>
            <a:pPr lvl="1" fontAlgn="base"/>
            <a:endParaRPr lang="en-US" sz="1500" dirty="0">
              <a:solidFill>
                <a:schemeClr val="tx1"/>
              </a:solidFill>
              <a:cs typeface="Courier New" pitchFamily="49" charset="0"/>
            </a:endParaRPr>
          </a:p>
          <a:p>
            <a:endParaRPr lang="en-US" dirty="0"/>
          </a:p>
        </p:txBody>
      </p:sp>
    </p:spTree>
    <p:extLst>
      <p:ext uri="{BB962C8B-B14F-4D97-AF65-F5344CB8AC3E}">
        <p14:creationId xmlns:p14="http://schemas.microsoft.com/office/powerpoint/2010/main" val="33034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Motivating example using </a:t>
            </a:r>
            <a:r>
              <a:rPr lang="en-US" b="1" dirty="0">
                <a:latin typeface="Courier New" panose="02070309020205020404" pitchFamily="49" charset="0"/>
                <a:cs typeface="Courier New" panose="02070309020205020404" pitchFamily="49" charset="0"/>
              </a:rPr>
              <a:t>if-else</a:t>
            </a:r>
            <a:endParaRPr lang="en-US" b="1" dirty="0"/>
          </a:p>
        </p:txBody>
      </p:sp>
      <p:sp>
        <p:nvSpPr>
          <p:cNvPr id="8" name="Rectangle 3"/>
          <p:cNvSpPr>
            <a:spLocks noGrp="1" noChangeArrowheads="1"/>
          </p:cNvSpPr>
          <p:nvPr>
            <p:ph type="body" idx="1"/>
          </p:nvPr>
        </p:nvSpPr>
        <p:spPr>
          <a:xfrm>
            <a:off x="833481" y="1017725"/>
            <a:ext cx="8067758" cy="3563419"/>
          </a:xfrm>
        </p:spPr>
        <p:txBody>
          <a:bodyPr>
            <a:normAutofit fontScale="62500" lnSpcReduction="20000"/>
          </a:bodyPr>
          <a:lstStyle/>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if (status == 0) {</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	// Compute tax for single filers</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else if (status == 1) {</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	// Compute tax for married file jointly or qualifying widow(</a:t>
            </a:r>
            <a:r>
              <a:rPr lang="en-US" altLang="en-US" sz="2300" b="1" dirty="0" err="1">
                <a:solidFill>
                  <a:schemeClr val="tx1"/>
                </a:solidFill>
                <a:latin typeface="Courier New" pitchFamily="49" charset="0"/>
                <a:cs typeface="Courier New" pitchFamily="49" charset="0"/>
              </a:rPr>
              <a:t>er</a:t>
            </a:r>
            <a:r>
              <a:rPr lang="en-US" altLang="en-US" sz="2300" b="1" dirty="0">
                <a:solidFill>
                  <a:schemeClr val="tx1"/>
                </a:solidFill>
                <a:latin typeface="Courier New" pitchFamily="49" charset="0"/>
                <a:cs typeface="Courier New" pitchFamily="49" charset="0"/>
              </a:rPr>
              <a:t>)</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else if (status == 2) {</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	// Compute tax for married file separately</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else if (status == 3) {</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	// Compute tax for head of household</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else 	</a:t>
            </a:r>
          </a:p>
          <a:p>
            <a:pPr marL="0" indent="0">
              <a:lnSpc>
                <a:spcPct val="110000"/>
              </a:lnSpc>
              <a:spcBef>
                <a:spcPct val="20000"/>
              </a:spcBef>
              <a:buClr>
                <a:schemeClr val="tx2"/>
              </a:buClr>
              <a:buSzPct val="75000"/>
              <a:buNone/>
            </a:pPr>
            <a:r>
              <a:rPr lang="en-US" altLang="en-US" sz="2300" b="1" dirty="0">
                <a:solidFill>
                  <a:schemeClr val="tx1"/>
                </a:solidFill>
                <a:latin typeface="Courier New" pitchFamily="49" charset="0"/>
                <a:cs typeface="Courier New" pitchFamily="49" charset="0"/>
              </a:rPr>
              <a:t>	// Display wrong status</a:t>
            </a:r>
          </a:p>
          <a:p>
            <a:pPr marL="0" indent="0">
              <a:lnSpc>
                <a:spcPct val="90000"/>
              </a:lnSpc>
              <a:buNone/>
            </a:pPr>
            <a:endParaRPr lang="en-US" altLang="en-US" b="1" dirty="0">
              <a:latin typeface="Courier New" pitchFamily="49" charset="0"/>
              <a:cs typeface="Courier New" pitchFamily="49" charset="0"/>
            </a:endParaRPr>
          </a:p>
          <a:p>
            <a:pPr marL="0" indent="0">
              <a:lnSpc>
                <a:spcPct val="90000"/>
              </a:lnSpc>
              <a:buNone/>
            </a:pPr>
            <a:endParaRPr lang="en-US" altLang="en-US" b="1" dirty="0">
              <a:latin typeface="Courier New" pitchFamily="49" charset="0"/>
              <a:cs typeface="Courier New" pitchFamily="49" charset="0"/>
            </a:endParaRPr>
          </a:p>
          <a:p>
            <a:pPr marL="0" indent="0">
              <a:lnSpc>
                <a:spcPct val="90000"/>
              </a:lnSpc>
              <a:buNone/>
            </a:pPr>
            <a:endParaRPr lang="en-US" altLang="en-US" b="1" dirty="0">
              <a:latin typeface="Courier New" pitchFamily="49" charset="0"/>
              <a:cs typeface="Courier New" pitchFamily="49" charset="0"/>
            </a:endParaRPr>
          </a:p>
          <a:p>
            <a:pPr marL="0" indent="0">
              <a:lnSpc>
                <a:spcPct val="90000"/>
              </a:lnSpc>
              <a:buNone/>
            </a:pPr>
            <a:endParaRPr lang="en-US" altLang="en-US" b="1" dirty="0">
              <a:latin typeface="Courier New" pitchFamily="49" charset="0"/>
              <a:cs typeface="Courier New" pitchFamily="49" charset="0"/>
            </a:endParaRPr>
          </a:p>
        </p:txBody>
      </p:sp>
    </p:spTree>
    <p:extLst>
      <p:ext uri="{BB962C8B-B14F-4D97-AF65-F5344CB8AC3E}">
        <p14:creationId xmlns:p14="http://schemas.microsoft.com/office/powerpoint/2010/main" val="3950944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Motivating example using </a:t>
            </a:r>
            <a:r>
              <a:rPr lang="en-US" b="1" dirty="0">
                <a:latin typeface="Courier New" panose="02070309020205020404" pitchFamily="49" charset="0"/>
                <a:cs typeface="Courier New" panose="02070309020205020404" pitchFamily="49" charset="0"/>
              </a:rPr>
              <a:t>switch statement</a:t>
            </a:r>
            <a:endParaRPr lang="en-US" b="1" dirty="0"/>
          </a:p>
        </p:txBody>
      </p:sp>
      <p:sp>
        <p:nvSpPr>
          <p:cNvPr id="8" name="Rectangle 3"/>
          <p:cNvSpPr>
            <a:spLocks noGrp="1" noChangeArrowheads="1"/>
          </p:cNvSpPr>
          <p:nvPr>
            <p:ph type="body" idx="1"/>
          </p:nvPr>
        </p:nvSpPr>
        <p:spPr>
          <a:xfrm>
            <a:off x="493614" y="1017725"/>
            <a:ext cx="8407625" cy="3563419"/>
          </a:xfrm>
        </p:spPr>
        <p:txBody>
          <a:bodyPr>
            <a:normAutofit fontScale="92500" lnSpcReduction="20000"/>
          </a:bodyPr>
          <a:lstStyle/>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switch (status) {</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case 0: Compute tax for single filers;</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break;</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case 1: Compute tax for married file jointly or   		 qualifying widow(</a:t>
            </a:r>
            <a:r>
              <a:rPr lang="en-US" altLang="en-US" b="1" dirty="0" err="1">
                <a:solidFill>
                  <a:schemeClr val="tx1"/>
                </a:solidFill>
                <a:latin typeface="Courier New" pitchFamily="49" charset="0"/>
                <a:cs typeface="Courier New" pitchFamily="49" charset="0"/>
              </a:rPr>
              <a:t>er</a:t>
            </a:r>
            <a:r>
              <a:rPr lang="en-US" altLang="en-US" b="1" dirty="0">
                <a:solidFill>
                  <a:schemeClr val="tx1"/>
                </a:solidFill>
                <a:latin typeface="Courier New" pitchFamily="49" charset="0"/>
                <a:cs typeface="Courier New" pitchFamily="49" charset="0"/>
              </a:rPr>
              <a:t>);</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break;</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case 2: Compute tax for married file separately;</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break;</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case 3: Compute tax for head of household;</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break;</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default: </a:t>
            </a:r>
            <a:r>
              <a:rPr lang="en-US" altLang="en-US" b="1" dirty="0" err="1">
                <a:solidFill>
                  <a:schemeClr val="tx1"/>
                </a:solidFill>
                <a:latin typeface="Courier New" pitchFamily="49" charset="0"/>
                <a:cs typeface="Courier New" pitchFamily="49" charset="0"/>
              </a:rPr>
              <a:t>System.out.println</a:t>
            </a:r>
            <a:r>
              <a:rPr lang="en-US" altLang="en-US" b="1" dirty="0">
                <a:solidFill>
                  <a:schemeClr val="tx1"/>
                </a:solidFill>
                <a:latin typeface="Courier New" pitchFamily="49" charset="0"/>
                <a:cs typeface="Courier New" pitchFamily="49" charset="0"/>
              </a:rPr>
              <a:t>(“Errors: invalid status”);</a:t>
            </a: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		  </a:t>
            </a:r>
            <a:r>
              <a:rPr lang="en-US" altLang="en-US" b="1" dirty="0" err="1">
                <a:solidFill>
                  <a:schemeClr val="tx1"/>
                </a:solidFill>
                <a:latin typeface="Courier New" pitchFamily="49" charset="0"/>
                <a:cs typeface="Courier New" pitchFamily="49" charset="0"/>
              </a:rPr>
              <a:t>System.exit</a:t>
            </a:r>
            <a:r>
              <a:rPr lang="en-US" altLang="en-US" b="1" dirty="0">
                <a:solidFill>
                  <a:schemeClr val="tx1"/>
                </a:solidFill>
                <a:latin typeface="Courier New" pitchFamily="49" charset="0"/>
                <a:cs typeface="Courier New" pitchFamily="49" charset="0"/>
              </a:rPr>
              <a:t>(1);</a:t>
            </a:r>
          </a:p>
          <a:p>
            <a:pPr marL="0" indent="0">
              <a:lnSpc>
                <a:spcPct val="90000"/>
              </a:lnSpc>
              <a:spcBef>
                <a:spcPct val="20000"/>
              </a:spcBef>
              <a:buClr>
                <a:schemeClr val="tx2"/>
              </a:buClr>
              <a:buSzPct val="75000"/>
              <a:buNone/>
            </a:pPr>
            <a:endParaRPr lang="en-US" altLang="en-US" b="1" dirty="0">
              <a:solidFill>
                <a:schemeClr val="tx1"/>
              </a:solidFill>
              <a:latin typeface="Courier New" pitchFamily="49" charset="0"/>
              <a:cs typeface="Courier New" pitchFamily="49" charset="0"/>
            </a:endParaRPr>
          </a:p>
          <a:p>
            <a:pPr marL="0" indent="0">
              <a:lnSpc>
                <a:spcPct val="90000"/>
              </a:lnSpc>
              <a:spcBef>
                <a:spcPct val="20000"/>
              </a:spcBef>
              <a:buClr>
                <a:schemeClr val="tx2"/>
              </a:buClr>
              <a:buSzPct val="75000"/>
              <a:buNone/>
            </a:pPr>
            <a:r>
              <a:rPr lang="en-US" altLang="en-US" b="1" dirty="0">
                <a:solidFill>
                  <a:schemeClr val="tx1"/>
                </a:solidFill>
                <a:latin typeface="Courier New" pitchFamily="49" charset="0"/>
                <a:cs typeface="Courier New" pitchFamily="49" charset="0"/>
              </a:rPr>
              <a:t>}</a:t>
            </a:r>
          </a:p>
          <a:p>
            <a:pPr marL="0" indent="0">
              <a:lnSpc>
                <a:spcPct val="90000"/>
              </a:lnSpc>
              <a:buNone/>
            </a:pPr>
            <a:endParaRPr lang="en-US" altLang="en-US" b="1" dirty="0">
              <a:latin typeface="Courier New" pitchFamily="49" charset="0"/>
              <a:cs typeface="Courier New" pitchFamily="49" charset="0"/>
            </a:endParaRPr>
          </a:p>
          <a:p>
            <a:pPr marL="0" indent="0">
              <a:lnSpc>
                <a:spcPct val="90000"/>
              </a:lnSpc>
              <a:buNone/>
            </a:pPr>
            <a:endParaRPr lang="en-US" altLang="en-US" b="1" dirty="0">
              <a:latin typeface="Courier New" pitchFamily="49" charset="0"/>
              <a:cs typeface="Courier New" pitchFamily="49" charset="0"/>
            </a:endParaRPr>
          </a:p>
          <a:p>
            <a:pPr marL="0" indent="0">
              <a:lnSpc>
                <a:spcPct val="90000"/>
              </a:lnSpc>
              <a:buNone/>
            </a:pPr>
            <a:endParaRPr lang="en-US" altLang="en-US" b="1" dirty="0">
              <a:latin typeface="Courier New" pitchFamily="49" charset="0"/>
              <a:cs typeface="Courier New" pitchFamily="49" charset="0"/>
            </a:endParaRPr>
          </a:p>
          <a:p>
            <a:pPr marL="0" indent="0">
              <a:lnSpc>
                <a:spcPct val="90000"/>
              </a:lnSpc>
              <a:buNone/>
            </a:pPr>
            <a:endParaRPr lang="en-US" altLang="en-US" b="1" dirty="0">
              <a:latin typeface="Courier New" pitchFamily="49" charset="0"/>
              <a:cs typeface="Courier New" pitchFamily="49" charset="0"/>
            </a:endParaRPr>
          </a:p>
          <a:p>
            <a:pPr marL="0" indent="0">
              <a:lnSpc>
                <a:spcPct val="90000"/>
              </a:lnSpc>
              <a:buNone/>
            </a:pPr>
            <a:endParaRPr lang="en-US" altLang="en-US" b="1" dirty="0">
              <a:latin typeface="Courier New" pitchFamily="49" charset="0"/>
              <a:cs typeface="Courier New" pitchFamily="49" charset="0"/>
            </a:endParaRPr>
          </a:p>
        </p:txBody>
      </p:sp>
    </p:spTree>
    <p:extLst>
      <p:ext uri="{BB962C8B-B14F-4D97-AF65-F5344CB8AC3E}">
        <p14:creationId xmlns:p14="http://schemas.microsoft.com/office/powerpoint/2010/main" val="207621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Courier New" panose="02070309020205020404" pitchFamily="49" charset="0"/>
                <a:cs typeface="Courier New" panose="02070309020205020404" pitchFamily="49" charset="0"/>
              </a:rPr>
              <a:t>switch </a:t>
            </a:r>
            <a:r>
              <a:rPr lang="en-US" b="1" dirty="0"/>
              <a:t>Statement flow chart</a:t>
            </a:r>
          </a:p>
        </p:txBody>
      </p:sp>
      <p:sp>
        <p:nvSpPr>
          <p:cNvPr id="5" name="Flowchart: Process 4"/>
          <p:cNvSpPr/>
          <p:nvPr/>
        </p:nvSpPr>
        <p:spPr>
          <a:xfrm>
            <a:off x="2157983" y="1517903"/>
            <a:ext cx="4469393" cy="248971"/>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descr="if the status is 0, then compute the tax for single filers and break. if the status is 1, compute the tax for married jointly or qualifying widow(er) and then break. if status is 2 compute tax for married filing separately and then break. if status is 3 then compute the tax for head of the household and then break. for default case take default action." title="switch statement: flow chart "/>
          <p:cNvGrpSpPr/>
          <p:nvPr/>
        </p:nvGrpSpPr>
        <p:grpSpPr>
          <a:xfrm>
            <a:off x="569528" y="1063752"/>
            <a:ext cx="7801004" cy="3936456"/>
            <a:chOff x="569528" y="1063752"/>
            <a:chExt cx="7801004" cy="3936456"/>
          </a:xfrm>
        </p:grpSpPr>
        <p:sp>
          <p:nvSpPr>
            <p:cNvPr id="4" name="Flowchart: Decision 3"/>
            <p:cNvSpPr/>
            <p:nvPr/>
          </p:nvSpPr>
          <p:spPr>
            <a:xfrm>
              <a:off x="984020" y="1508760"/>
              <a:ext cx="484632" cy="237744"/>
            </a:xfrm>
            <a:prstGeom prst="flowChartDecision">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Process 6"/>
            <p:cNvSpPr/>
            <p:nvPr/>
          </p:nvSpPr>
          <p:spPr>
            <a:xfrm>
              <a:off x="7176768" y="1517904"/>
              <a:ext cx="637032" cy="219456"/>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4" idx="3"/>
            </p:cNvCxnSpPr>
            <p:nvPr/>
          </p:nvCxnSpPr>
          <p:spPr>
            <a:xfrm flipV="1">
              <a:off x="1468652" y="1618488"/>
              <a:ext cx="689332" cy="9144"/>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6628128" y="1633728"/>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821892" y="1627632"/>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4" idx="0"/>
            </p:cNvCxnSpPr>
            <p:nvPr/>
          </p:nvCxnSpPr>
          <p:spPr>
            <a:xfrm>
              <a:off x="1226336" y="1063752"/>
              <a:ext cx="0" cy="445008"/>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189988" y="1473743"/>
              <a:ext cx="631904" cy="307777"/>
            </a:xfrm>
            <a:prstGeom prst="rect">
              <a:avLst/>
            </a:prstGeom>
            <a:noFill/>
          </p:spPr>
          <p:txBody>
            <a:bodyPr wrap="none" rtlCol="0">
              <a:spAutoFit/>
            </a:bodyPr>
            <a:lstStyle/>
            <a:p>
              <a:r>
                <a:rPr lang="en-US" dirty="0"/>
                <a:t>break</a:t>
              </a:r>
            </a:p>
          </p:txBody>
        </p:sp>
        <p:sp>
          <p:nvSpPr>
            <p:cNvPr id="18" name="TextBox 17"/>
            <p:cNvSpPr txBox="1"/>
            <p:nvPr/>
          </p:nvSpPr>
          <p:spPr>
            <a:xfrm>
              <a:off x="1265077" y="1345727"/>
              <a:ext cx="990977" cy="307777"/>
            </a:xfrm>
            <a:prstGeom prst="rect">
              <a:avLst/>
            </a:prstGeom>
            <a:noFill/>
          </p:spPr>
          <p:txBody>
            <a:bodyPr wrap="none" rtlCol="0">
              <a:spAutoFit/>
            </a:bodyPr>
            <a:lstStyle/>
            <a:p>
              <a:r>
                <a:rPr lang="en-US" dirty="0"/>
                <a:t>status is 0</a:t>
              </a:r>
            </a:p>
          </p:txBody>
        </p:sp>
        <p:sp>
          <p:nvSpPr>
            <p:cNvPr id="20" name="Flowchart: Decision 19"/>
            <p:cNvSpPr/>
            <p:nvPr/>
          </p:nvSpPr>
          <p:spPr>
            <a:xfrm>
              <a:off x="971828" y="2191512"/>
              <a:ext cx="484632" cy="237744"/>
            </a:xfrm>
            <a:prstGeom prst="flowChartDecision">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Process 21"/>
            <p:cNvSpPr/>
            <p:nvPr/>
          </p:nvSpPr>
          <p:spPr>
            <a:xfrm>
              <a:off x="7164576" y="2200656"/>
              <a:ext cx="637032" cy="219456"/>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a:stCxn id="20" idx="3"/>
            </p:cNvCxnSpPr>
            <p:nvPr/>
          </p:nvCxnSpPr>
          <p:spPr>
            <a:xfrm flipV="1">
              <a:off x="1456460" y="2301240"/>
              <a:ext cx="689332" cy="9144"/>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6615936" y="2316480"/>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7809700" y="2310384"/>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0" idx="0"/>
            </p:cNvCxnSpPr>
            <p:nvPr/>
          </p:nvCxnSpPr>
          <p:spPr>
            <a:xfrm>
              <a:off x="1214144" y="1746504"/>
              <a:ext cx="0" cy="445008"/>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177796" y="2156495"/>
              <a:ext cx="631904" cy="307777"/>
            </a:xfrm>
            <a:prstGeom prst="rect">
              <a:avLst/>
            </a:prstGeom>
            <a:noFill/>
          </p:spPr>
          <p:txBody>
            <a:bodyPr wrap="none" rtlCol="0">
              <a:spAutoFit/>
            </a:bodyPr>
            <a:lstStyle/>
            <a:p>
              <a:r>
                <a:rPr lang="en-US" dirty="0"/>
                <a:t>break</a:t>
              </a:r>
            </a:p>
          </p:txBody>
        </p:sp>
        <p:sp>
          <p:nvSpPr>
            <p:cNvPr id="29" name="Flowchart: Decision 28"/>
            <p:cNvSpPr/>
            <p:nvPr/>
          </p:nvSpPr>
          <p:spPr>
            <a:xfrm>
              <a:off x="962684" y="2859024"/>
              <a:ext cx="484632" cy="237744"/>
            </a:xfrm>
            <a:prstGeom prst="flowChartDecision">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Process 30"/>
            <p:cNvSpPr/>
            <p:nvPr/>
          </p:nvSpPr>
          <p:spPr>
            <a:xfrm>
              <a:off x="7155432" y="2868168"/>
              <a:ext cx="637032" cy="219456"/>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p:cNvCxnSpPr>
              <a:stCxn id="29" idx="3"/>
            </p:cNvCxnSpPr>
            <p:nvPr/>
          </p:nvCxnSpPr>
          <p:spPr>
            <a:xfrm flipV="1">
              <a:off x="1447316" y="2968752"/>
              <a:ext cx="689332" cy="9144"/>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606792" y="2983992"/>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7800556" y="2977896"/>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29" idx="0"/>
            </p:cNvCxnSpPr>
            <p:nvPr/>
          </p:nvCxnSpPr>
          <p:spPr>
            <a:xfrm>
              <a:off x="1205000" y="2414016"/>
              <a:ext cx="0" cy="445008"/>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7168652" y="2824007"/>
              <a:ext cx="631904" cy="307777"/>
            </a:xfrm>
            <a:prstGeom prst="rect">
              <a:avLst/>
            </a:prstGeom>
            <a:noFill/>
          </p:spPr>
          <p:txBody>
            <a:bodyPr wrap="none" rtlCol="0">
              <a:spAutoFit/>
            </a:bodyPr>
            <a:lstStyle/>
            <a:p>
              <a:r>
                <a:rPr lang="en-US" dirty="0"/>
                <a:t>break</a:t>
              </a:r>
            </a:p>
          </p:txBody>
        </p:sp>
        <p:sp>
          <p:nvSpPr>
            <p:cNvPr id="38" name="Flowchart: Decision 37"/>
            <p:cNvSpPr/>
            <p:nvPr/>
          </p:nvSpPr>
          <p:spPr>
            <a:xfrm>
              <a:off x="968780" y="3523488"/>
              <a:ext cx="484632" cy="237744"/>
            </a:xfrm>
            <a:prstGeom prst="flowChartDecision">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Process 39"/>
            <p:cNvSpPr/>
            <p:nvPr/>
          </p:nvSpPr>
          <p:spPr>
            <a:xfrm>
              <a:off x="7169620" y="3532632"/>
              <a:ext cx="637032" cy="219456"/>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p:cNvCxnSpPr>
              <a:stCxn id="38" idx="3"/>
            </p:cNvCxnSpPr>
            <p:nvPr/>
          </p:nvCxnSpPr>
          <p:spPr>
            <a:xfrm flipV="1">
              <a:off x="1453412" y="3633216"/>
              <a:ext cx="689332" cy="9144"/>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6612888" y="3648456"/>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7806652" y="3642360"/>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endCxn id="38" idx="0"/>
            </p:cNvCxnSpPr>
            <p:nvPr/>
          </p:nvCxnSpPr>
          <p:spPr>
            <a:xfrm>
              <a:off x="1211096" y="3078480"/>
              <a:ext cx="0" cy="445008"/>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7166656" y="3488471"/>
              <a:ext cx="631904" cy="307777"/>
            </a:xfrm>
            <a:prstGeom prst="rect">
              <a:avLst/>
            </a:prstGeom>
            <a:noFill/>
          </p:spPr>
          <p:txBody>
            <a:bodyPr wrap="none" rtlCol="0">
              <a:spAutoFit/>
            </a:bodyPr>
            <a:lstStyle/>
            <a:p>
              <a:r>
                <a:rPr lang="en-US" dirty="0"/>
                <a:t>break</a:t>
              </a:r>
            </a:p>
          </p:txBody>
        </p:sp>
        <p:sp>
          <p:nvSpPr>
            <p:cNvPr id="47" name="Flowchart: Decision 46"/>
            <p:cNvSpPr/>
            <p:nvPr/>
          </p:nvSpPr>
          <p:spPr>
            <a:xfrm>
              <a:off x="959636" y="4191000"/>
              <a:ext cx="484632" cy="237744"/>
            </a:xfrm>
            <a:prstGeom prst="flowChartDecision">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lowchart: Process 48"/>
            <p:cNvSpPr/>
            <p:nvPr/>
          </p:nvSpPr>
          <p:spPr>
            <a:xfrm>
              <a:off x="7160476" y="4200144"/>
              <a:ext cx="637032" cy="219456"/>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Arrow Connector 49"/>
            <p:cNvCxnSpPr>
              <a:stCxn id="47" idx="3"/>
            </p:cNvCxnSpPr>
            <p:nvPr/>
          </p:nvCxnSpPr>
          <p:spPr>
            <a:xfrm flipV="1">
              <a:off x="1444268" y="4300728"/>
              <a:ext cx="689332" cy="9144"/>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6603744" y="4315968"/>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7797508" y="4309872"/>
              <a:ext cx="54864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endCxn id="47" idx="0"/>
            </p:cNvCxnSpPr>
            <p:nvPr/>
          </p:nvCxnSpPr>
          <p:spPr>
            <a:xfrm>
              <a:off x="1201952" y="3745992"/>
              <a:ext cx="0" cy="445008"/>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7157512" y="4155983"/>
              <a:ext cx="631904" cy="307777"/>
            </a:xfrm>
            <a:prstGeom prst="rect">
              <a:avLst/>
            </a:prstGeom>
            <a:noFill/>
          </p:spPr>
          <p:txBody>
            <a:bodyPr wrap="none" rtlCol="0">
              <a:spAutoFit/>
            </a:bodyPr>
            <a:lstStyle/>
            <a:p>
              <a:r>
                <a:rPr lang="en-US" dirty="0"/>
                <a:t>break</a:t>
              </a:r>
            </a:p>
          </p:txBody>
        </p:sp>
        <p:sp>
          <p:nvSpPr>
            <p:cNvPr id="55" name="TextBox 54"/>
            <p:cNvSpPr txBox="1"/>
            <p:nvPr/>
          </p:nvSpPr>
          <p:spPr>
            <a:xfrm>
              <a:off x="1410625" y="4027967"/>
              <a:ext cx="721672" cy="307777"/>
            </a:xfrm>
            <a:prstGeom prst="rect">
              <a:avLst/>
            </a:prstGeom>
            <a:noFill/>
          </p:spPr>
          <p:txBody>
            <a:bodyPr wrap="none" rtlCol="0">
              <a:spAutoFit/>
            </a:bodyPr>
            <a:lstStyle/>
            <a:p>
              <a:r>
                <a:rPr lang="en-US" dirty="0"/>
                <a:t>default</a:t>
              </a:r>
            </a:p>
          </p:txBody>
        </p:sp>
        <p:cxnSp>
          <p:nvCxnSpPr>
            <p:cNvPr id="56" name="Straight Arrow Connector 55"/>
            <p:cNvCxnSpPr/>
            <p:nvPr/>
          </p:nvCxnSpPr>
          <p:spPr>
            <a:xfrm>
              <a:off x="1198904" y="4419600"/>
              <a:ext cx="3048" cy="316992"/>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69528" y="4692431"/>
              <a:ext cx="1388522" cy="307777"/>
            </a:xfrm>
            <a:prstGeom prst="rect">
              <a:avLst/>
            </a:prstGeom>
            <a:noFill/>
          </p:spPr>
          <p:txBody>
            <a:bodyPr wrap="none" rtlCol="0">
              <a:spAutoFit/>
            </a:bodyPr>
            <a:lstStyle/>
            <a:p>
              <a:r>
                <a:rPr lang="en-US" dirty="0"/>
                <a:t>Next statement</a:t>
              </a:r>
            </a:p>
          </p:txBody>
        </p:sp>
        <p:sp>
          <p:nvSpPr>
            <p:cNvPr id="59" name="Flowchart: Process 58"/>
            <p:cNvSpPr/>
            <p:nvPr/>
          </p:nvSpPr>
          <p:spPr>
            <a:xfrm>
              <a:off x="609600" y="4736592"/>
              <a:ext cx="1348450" cy="263616"/>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p:cNvCxnSpPr/>
            <p:nvPr/>
          </p:nvCxnSpPr>
          <p:spPr>
            <a:xfrm>
              <a:off x="8355292" y="1627632"/>
              <a:ext cx="12192" cy="29352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1198904" y="4562856"/>
              <a:ext cx="716858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2118683" y="1473035"/>
              <a:ext cx="2403222" cy="307777"/>
            </a:xfrm>
            <a:prstGeom prst="rect">
              <a:avLst/>
            </a:prstGeom>
            <a:noFill/>
          </p:spPr>
          <p:txBody>
            <a:bodyPr wrap="none" rtlCol="0">
              <a:spAutoFit/>
            </a:bodyPr>
            <a:lstStyle/>
            <a:p>
              <a:r>
                <a:rPr lang="en-US" dirty="0"/>
                <a:t>Compute tax for single filers</a:t>
              </a:r>
            </a:p>
          </p:txBody>
        </p:sp>
        <p:sp>
          <p:nvSpPr>
            <p:cNvPr id="58" name="TextBox 57"/>
            <p:cNvSpPr txBox="1"/>
            <p:nvPr/>
          </p:nvSpPr>
          <p:spPr>
            <a:xfrm>
              <a:off x="2119760" y="2143855"/>
              <a:ext cx="4461478" cy="307777"/>
            </a:xfrm>
            <a:prstGeom prst="rect">
              <a:avLst/>
            </a:prstGeom>
            <a:noFill/>
          </p:spPr>
          <p:txBody>
            <a:bodyPr wrap="none" rtlCol="0">
              <a:spAutoFit/>
            </a:bodyPr>
            <a:lstStyle/>
            <a:p>
              <a:r>
                <a:rPr lang="en-US" dirty="0"/>
                <a:t>Compute tax for married jointly or qualifying widow(</a:t>
              </a:r>
              <a:r>
                <a:rPr lang="en-US" dirty="0" err="1"/>
                <a:t>er</a:t>
              </a:r>
              <a:r>
                <a:rPr lang="en-US" dirty="0"/>
                <a:t>)</a:t>
              </a:r>
            </a:p>
          </p:txBody>
        </p:sp>
        <p:sp>
          <p:nvSpPr>
            <p:cNvPr id="60" name="TextBox 59"/>
            <p:cNvSpPr txBox="1"/>
            <p:nvPr/>
          </p:nvSpPr>
          <p:spPr>
            <a:xfrm>
              <a:off x="2102020" y="2824007"/>
              <a:ext cx="3406702" cy="307777"/>
            </a:xfrm>
            <a:prstGeom prst="rect">
              <a:avLst/>
            </a:prstGeom>
            <a:noFill/>
          </p:spPr>
          <p:txBody>
            <a:bodyPr wrap="none" rtlCol="0">
              <a:spAutoFit/>
            </a:bodyPr>
            <a:lstStyle/>
            <a:p>
              <a:r>
                <a:rPr lang="en-US" dirty="0"/>
                <a:t>Compute tax for married filing separately</a:t>
              </a:r>
            </a:p>
          </p:txBody>
        </p:sp>
        <p:sp>
          <p:nvSpPr>
            <p:cNvPr id="61" name="TextBox 60"/>
            <p:cNvSpPr txBox="1"/>
            <p:nvPr/>
          </p:nvSpPr>
          <p:spPr>
            <a:xfrm>
              <a:off x="2169989" y="3492008"/>
              <a:ext cx="3276859" cy="307777"/>
            </a:xfrm>
            <a:prstGeom prst="rect">
              <a:avLst/>
            </a:prstGeom>
            <a:noFill/>
          </p:spPr>
          <p:txBody>
            <a:bodyPr wrap="none" rtlCol="0">
              <a:spAutoFit/>
            </a:bodyPr>
            <a:lstStyle/>
            <a:p>
              <a:r>
                <a:rPr lang="en-US" dirty="0"/>
                <a:t>Compute tax for head of the household</a:t>
              </a:r>
            </a:p>
          </p:txBody>
        </p:sp>
        <p:sp>
          <p:nvSpPr>
            <p:cNvPr id="63" name="TextBox 62"/>
            <p:cNvSpPr txBox="1"/>
            <p:nvPr/>
          </p:nvSpPr>
          <p:spPr>
            <a:xfrm>
              <a:off x="2170594" y="4143319"/>
              <a:ext cx="1279517" cy="307777"/>
            </a:xfrm>
            <a:prstGeom prst="rect">
              <a:avLst/>
            </a:prstGeom>
            <a:noFill/>
          </p:spPr>
          <p:txBody>
            <a:bodyPr wrap="none" rtlCol="0">
              <a:spAutoFit/>
            </a:bodyPr>
            <a:lstStyle/>
            <a:p>
              <a:r>
                <a:rPr lang="en-US" dirty="0"/>
                <a:t>Default action</a:t>
              </a:r>
            </a:p>
          </p:txBody>
        </p:sp>
        <p:sp>
          <p:nvSpPr>
            <p:cNvPr id="64" name="TextBox 63"/>
            <p:cNvSpPr txBox="1"/>
            <p:nvPr/>
          </p:nvSpPr>
          <p:spPr>
            <a:xfrm>
              <a:off x="1198904" y="1967525"/>
              <a:ext cx="990977" cy="307777"/>
            </a:xfrm>
            <a:prstGeom prst="rect">
              <a:avLst/>
            </a:prstGeom>
            <a:noFill/>
          </p:spPr>
          <p:txBody>
            <a:bodyPr wrap="none" rtlCol="0">
              <a:spAutoFit/>
            </a:bodyPr>
            <a:lstStyle/>
            <a:p>
              <a:r>
                <a:rPr lang="en-US" dirty="0"/>
                <a:t>status is 1</a:t>
              </a:r>
            </a:p>
          </p:txBody>
        </p:sp>
        <p:sp>
          <p:nvSpPr>
            <p:cNvPr id="65" name="TextBox 64"/>
            <p:cNvSpPr txBox="1"/>
            <p:nvPr/>
          </p:nvSpPr>
          <p:spPr>
            <a:xfrm>
              <a:off x="1207085" y="2631007"/>
              <a:ext cx="990977" cy="307777"/>
            </a:xfrm>
            <a:prstGeom prst="rect">
              <a:avLst/>
            </a:prstGeom>
            <a:noFill/>
          </p:spPr>
          <p:txBody>
            <a:bodyPr wrap="none" rtlCol="0">
              <a:spAutoFit/>
            </a:bodyPr>
            <a:lstStyle/>
            <a:p>
              <a:r>
                <a:rPr lang="en-US" dirty="0"/>
                <a:t>status is 2</a:t>
              </a:r>
            </a:p>
          </p:txBody>
        </p:sp>
        <p:sp>
          <p:nvSpPr>
            <p:cNvPr id="67" name="TextBox 66"/>
            <p:cNvSpPr txBox="1"/>
            <p:nvPr/>
          </p:nvSpPr>
          <p:spPr>
            <a:xfrm>
              <a:off x="1197556" y="3252805"/>
              <a:ext cx="990977" cy="307777"/>
            </a:xfrm>
            <a:prstGeom prst="rect">
              <a:avLst/>
            </a:prstGeom>
            <a:noFill/>
          </p:spPr>
          <p:txBody>
            <a:bodyPr wrap="none" rtlCol="0">
              <a:spAutoFit/>
            </a:bodyPr>
            <a:lstStyle/>
            <a:p>
              <a:r>
                <a:rPr lang="en-US" dirty="0"/>
                <a:t>status is 3</a:t>
              </a:r>
            </a:p>
          </p:txBody>
        </p:sp>
        <p:sp>
          <p:nvSpPr>
            <p:cNvPr id="68" name="Flowchart: Process 67"/>
            <p:cNvSpPr/>
            <p:nvPr/>
          </p:nvSpPr>
          <p:spPr>
            <a:xfrm>
              <a:off x="2146750" y="2187415"/>
              <a:ext cx="4469393" cy="248971"/>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lowchart: Process 68"/>
            <p:cNvSpPr/>
            <p:nvPr/>
          </p:nvSpPr>
          <p:spPr>
            <a:xfrm>
              <a:off x="2136645" y="2857222"/>
              <a:ext cx="4469393" cy="248971"/>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lowchart: Process 69"/>
            <p:cNvSpPr/>
            <p:nvPr/>
          </p:nvSpPr>
          <p:spPr>
            <a:xfrm>
              <a:off x="2150836" y="3512261"/>
              <a:ext cx="4469393" cy="248971"/>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lowchart: Process 70"/>
            <p:cNvSpPr/>
            <p:nvPr/>
          </p:nvSpPr>
          <p:spPr>
            <a:xfrm>
              <a:off x="2136645" y="4171745"/>
              <a:ext cx="4469393" cy="248971"/>
            </a:xfrm>
            <a:prstGeom prst="flowChartProcess">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65096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445025"/>
            <a:ext cx="3807146" cy="1173382"/>
          </a:xfrm>
        </p:spPr>
        <p:txBody>
          <a:bodyPr>
            <a:normAutofit fontScale="90000"/>
          </a:bodyPr>
          <a:lstStyle/>
          <a:p>
            <a:r>
              <a:rPr lang="en-US" b="1" dirty="0">
                <a:latin typeface="Courier New" panose="02070309020205020404" pitchFamily="49" charset="0"/>
                <a:cs typeface="Courier New" panose="02070309020205020404" pitchFamily="49" charset="0"/>
              </a:rPr>
              <a:t>switch </a:t>
            </a:r>
            <a:r>
              <a:rPr lang="en-US" b="1" dirty="0"/>
              <a:t>Statement Rules: expression and value  </a:t>
            </a:r>
          </a:p>
        </p:txBody>
      </p:sp>
      <p:sp>
        <p:nvSpPr>
          <p:cNvPr id="9" name="Slide Number Placeholder 4"/>
          <p:cNvSpPr>
            <a:spLocks noGrp="1"/>
          </p:cNvSpPr>
          <p:nvPr>
            <p:ph type="sldNum" sz="quarter" idx="4294967295"/>
          </p:nvPr>
        </p:nvSpPr>
        <p:spPr>
          <a:xfrm>
            <a:off x="7762594" y="5000101"/>
            <a:ext cx="548700" cy="393600"/>
          </a:xfrm>
          <a:prstGeom prst="rect">
            <a:avLst/>
          </a:prstGeom>
        </p:spPr>
        <p:txBody>
          <a:bodyPr/>
          <a:lstStyle/>
          <a:p>
            <a:pPr>
              <a:defRPr/>
            </a:pPr>
            <a:fld id="{F6BC6937-CE16-4A61-B2DC-2D0D098A056A}" type="slidenum">
              <a:rPr lang="en-US"/>
              <a:pPr>
                <a:defRPr/>
              </a:pPr>
              <a:t>6</a:t>
            </a:fld>
            <a:endParaRPr lang="en-US"/>
          </a:p>
        </p:txBody>
      </p:sp>
      <p:sp>
        <p:nvSpPr>
          <p:cNvPr id="10" name="Rectangle 5"/>
          <p:cNvSpPr>
            <a:spLocks noChangeArrowheads="1"/>
          </p:cNvSpPr>
          <p:nvPr/>
        </p:nvSpPr>
        <p:spPr bwMode="auto">
          <a:xfrm>
            <a:off x="4193129" y="1389698"/>
            <a:ext cx="4146947"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8" rIns="69056" bIns="34528"/>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switch (switch-expression) {</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case value1:  	statement(s)1;</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break;</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case value2: 	statement(s)2;</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break;</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case </a:t>
            </a:r>
            <a:r>
              <a:rPr lang="en-US" altLang="en-US" sz="1425" b="1" dirty="0" err="1">
                <a:latin typeface="Courier New" pitchFamily="49" charset="0"/>
                <a:cs typeface="Courier New" pitchFamily="49" charset="0"/>
              </a:rPr>
              <a:t>valueN</a:t>
            </a:r>
            <a:r>
              <a:rPr lang="en-US" altLang="en-US" sz="1425" b="1" dirty="0">
                <a:latin typeface="Courier New" pitchFamily="49" charset="0"/>
                <a:cs typeface="Courier New" pitchFamily="49" charset="0"/>
              </a:rPr>
              <a:t>: 	statement(s)N;</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break;</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default: 		statement(s);</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a:t>
            </a:r>
          </a:p>
        </p:txBody>
      </p:sp>
      <p:grpSp>
        <p:nvGrpSpPr>
          <p:cNvPr id="11" name="Group 15"/>
          <p:cNvGrpSpPr>
            <a:grpSpLocks/>
          </p:cNvGrpSpPr>
          <p:nvPr/>
        </p:nvGrpSpPr>
        <p:grpSpPr bwMode="auto">
          <a:xfrm>
            <a:off x="4918221" y="348019"/>
            <a:ext cx="3058715" cy="1092994"/>
            <a:chOff x="3311" y="-224"/>
            <a:chExt cx="2569" cy="918"/>
          </a:xfrm>
        </p:grpSpPr>
        <p:sp>
          <p:nvSpPr>
            <p:cNvPr id="12" name="Rectangle 6"/>
            <p:cNvSpPr>
              <a:spLocks noChangeArrowheads="1"/>
            </p:cNvSpPr>
            <p:nvPr/>
          </p:nvSpPr>
          <p:spPr bwMode="auto">
            <a:xfrm>
              <a:off x="3311" y="-224"/>
              <a:ext cx="2569"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8" rIns="69056" bIns="34528"/>
            <a:lstStyle>
              <a:lvl1pPr marL="55563" indent="-55563" defTabSz="287338">
                <a:defRPr sz="1600">
                  <a:solidFill>
                    <a:schemeClr val="tx1"/>
                  </a:solidFill>
                  <a:latin typeface="Times New Roman" pitchFamily="18" charset="0"/>
                </a:defRPr>
              </a:lvl1pPr>
              <a:lvl2pPr marL="742950" indent="-285750" defTabSz="287338">
                <a:defRPr sz="1600">
                  <a:solidFill>
                    <a:schemeClr val="tx1"/>
                  </a:solidFill>
                  <a:latin typeface="Times New Roman" pitchFamily="18" charset="0"/>
                </a:defRPr>
              </a:lvl2pPr>
              <a:lvl3pPr marL="1143000" indent="-228600" defTabSz="287338">
                <a:defRPr sz="1600">
                  <a:solidFill>
                    <a:schemeClr val="tx1"/>
                  </a:solidFill>
                  <a:latin typeface="Times New Roman" pitchFamily="18" charset="0"/>
                </a:defRPr>
              </a:lvl3pPr>
              <a:lvl4pPr marL="1600200" indent="-228600" defTabSz="287338">
                <a:defRPr sz="1600">
                  <a:solidFill>
                    <a:schemeClr val="tx1"/>
                  </a:solidFill>
                  <a:latin typeface="Times New Roman" pitchFamily="18" charset="0"/>
                </a:defRPr>
              </a:lvl4pPr>
              <a:lvl5pPr marL="2057400" indent="-228600" defTabSz="287338">
                <a:defRPr sz="1600">
                  <a:solidFill>
                    <a:schemeClr val="tx1"/>
                  </a:solidFill>
                  <a:latin typeface="Times New Roman" pitchFamily="18" charset="0"/>
                </a:defRPr>
              </a:lvl5pPr>
              <a:lvl6pPr marL="2514600" indent="-228600" defTabSz="287338" eaLnBrk="0" fontAlgn="base" hangingPunct="0">
                <a:spcBef>
                  <a:spcPct val="0"/>
                </a:spcBef>
                <a:spcAft>
                  <a:spcPct val="0"/>
                </a:spcAft>
                <a:defRPr sz="1600">
                  <a:solidFill>
                    <a:schemeClr val="tx1"/>
                  </a:solidFill>
                  <a:latin typeface="Times New Roman" pitchFamily="18" charset="0"/>
                </a:defRPr>
              </a:lvl6pPr>
              <a:lvl7pPr marL="2971800" indent="-228600" defTabSz="287338" eaLnBrk="0" fontAlgn="base" hangingPunct="0">
                <a:spcBef>
                  <a:spcPct val="0"/>
                </a:spcBef>
                <a:spcAft>
                  <a:spcPct val="0"/>
                </a:spcAft>
                <a:defRPr sz="1600">
                  <a:solidFill>
                    <a:schemeClr val="tx1"/>
                  </a:solidFill>
                  <a:latin typeface="Times New Roman" pitchFamily="18" charset="0"/>
                </a:defRPr>
              </a:lvl7pPr>
              <a:lvl8pPr marL="3429000" indent="-228600" defTabSz="287338" eaLnBrk="0" fontAlgn="base" hangingPunct="0">
                <a:spcBef>
                  <a:spcPct val="0"/>
                </a:spcBef>
                <a:spcAft>
                  <a:spcPct val="0"/>
                </a:spcAft>
                <a:defRPr sz="1600">
                  <a:solidFill>
                    <a:schemeClr val="tx1"/>
                  </a:solidFill>
                  <a:latin typeface="Times New Roman" pitchFamily="18" charset="0"/>
                </a:defRPr>
              </a:lvl8pPr>
              <a:lvl9pPr marL="3886200" indent="-228600" defTabSz="287338" eaLnBrk="0" fontAlgn="base" hangingPunct="0">
                <a:spcBef>
                  <a:spcPct val="0"/>
                </a:spcBef>
                <a:spcAft>
                  <a:spcPct val="0"/>
                </a:spcAft>
                <a:defRPr sz="1600">
                  <a:solidFill>
                    <a:schemeClr val="tx1"/>
                  </a:solidFill>
                  <a:latin typeface="Times New Roman" pitchFamily="18" charset="0"/>
                </a:defRPr>
              </a:lvl9pPr>
            </a:lstStyle>
            <a:p>
              <a:pPr>
                <a:lnSpc>
                  <a:spcPct val="90000"/>
                </a:lnSpc>
                <a:buClr>
                  <a:schemeClr val="tx2"/>
                </a:buClr>
                <a:buSzPct val="75000"/>
                <a:buFont typeface="Monotype Sorts" pitchFamily="2" charset="2"/>
                <a:buNone/>
              </a:pPr>
              <a:r>
                <a:rPr lang="en-US" altLang="en-US" sz="1800" b="1" u="sng" dirty="0">
                  <a:latin typeface="Courier New" pitchFamily="49" charset="0"/>
                  <a:cs typeface="Courier New" pitchFamily="49" charset="0"/>
                </a:rPr>
                <a:t>char</a:t>
              </a:r>
              <a:r>
                <a:rPr lang="en-US" altLang="en-US" sz="1800" b="1" dirty="0">
                  <a:latin typeface="Courier New" pitchFamily="49" charset="0"/>
                  <a:cs typeface="Courier New" pitchFamily="49" charset="0"/>
                </a:rPr>
                <a:t>, </a:t>
              </a:r>
              <a:r>
                <a:rPr lang="en-US" altLang="en-US" sz="1800" b="1" u="sng" dirty="0">
                  <a:latin typeface="Courier New" pitchFamily="49" charset="0"/>
                  <a:cs typeface="Courier New" pitchFamily="49" charset="0"/>
                </a:rPr>
                <a:t>byte</a:t>
              </a:r>
              <a:r>
                <a:rPr lang="en-US" altLang="en-US" sz="1800" b="1" dirty="0">
                  <a:latin typeface="Courier New" pitchFamily="49" charset="0"/>
                  <a:cs typeface="Courier New" pitchFamily="49" charset="0"/>
                </a:rPr>
                <a:t>, </a:t>
              </a:r>
              <a:r>
                <a:rPr lang="en-US" altLang="en-US" sz="1800" b="1" u="sng" dirty="0">
                  <a:latin typeface="Courier New" pitchFamily="49" charset="0"/>
                  <a:cs typeface="Courier New" pitchFamily="49" charset="0"/>
                </a:rPr>
                <a:t>short</a:t>
              </a:r>
              <a:r>
                <a:rPr lang="en-US" altLang="en-US" sz="1800" b="1" dirty="0">
                  <a:latin typeface="Courier New" pitchFamily="49" charset="0"/>
                  <a:cs typeface="Courier New" pitchFamily="49" charset="0"/>
                </a:rPr>
                <a:t>, </a:t>
              </a:r>
              <a:r>
                <a:rPr lang="en-US" altLang="en-US" sz="1800" b="1" u="sng" dirty="0" err="1">
                  <a:latin typeface="Courier New" pitchFamily="49" charset="0"/>
                  <a:cs typeface="Courier New" pitchFamily="49" charset="0"/>
                </a:rPr>
                <a:t>int</a:t>
              </a:r>
              <a:r>
                <a:rPr lang="en-US" altLang="en-US" sz="1800" b="1" dirty="0">
                  <a:latin typeface="Courier New" pitchFamily="49" charset="0"/>
                  <a:cs typeface="Courier New" pitchFamily="49" charset="0"/>
                </a:rPr>
                <a:t>, </a:t>
              </a:r>
              <a:r>
                <a:rPr lang="en-US" altLang="en-US" sz="1800" b="1" u="sng" dirty="0">
                  <a:latin typeface="Courier New" pitchFamily="49" charset="0"/>
                  <a:cs typeface="Courier New" pitchFamily="49" charset="0"/>
                </a:rPr>
                <a:t>String</a:t>
              </a:r>
              <a:endParaRPr lang="en-US" altLang="en-US" sz="1800" b="1" dirty="0">
                <a:latin typeface="Courier New" pitchFamily="49" charset="0"/>
                <a:cs typeface="Courier New" pitchFamily="49" charset="0"/>
              </a:endParaRPr>
            </a:p>
          </p:txBody>
        </p:sp>
        <p:sp>
          <p:nvSpPr>
            <p:cNvPr id="13" name="Line 7"/>
            <p:cNvSpPr>
              <a:spLocks noChangeShapeType="1"/>
            </p:cNvSpPr>
            <p:nvPr/>
          </p:nvSpPr>
          <p:spPr bwMode="auto">
            <a:xfrm flipH="1">
              <a:off x="3734" y="258"/>
              <a:ext cx="476" cy="436"/>
            </a:xfrm>
            <a:prstGeom prst="line">
              <a:avLst/>
            </a:prstGeom>
            <a:noFill/>
            <a:ln w="25400">
              <a:solidFill>
                <a:schemeClr val="tx1">
                  <a:lumMod val="95000"/>
                  <a:lumOff val="5000"/>
                </a:schemeClr>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sz="900"/>
            </a:p>
          </p:txBody>
        </p:sp>
      </p:grpSp>
      <p:sp>
        <p:nvSpPr>
          <p:cNvPr id="15" name="Rectangle 8"/>
          <p:cNvSpPr>
            <a:spLocks noChangeArrowheads="1"/>
          </p:cNvSpPr>
          <p:nvPr/>
        </p:nvSpPr>
        <p:spPr bwMode="auto">
          <a:xfrm>
            <a:off x="148472" y="1829968"/>
            <a:ext cx="3529088" cy="156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8" rIns="69056" bIns="34528"/>
          <a:lstStyle>
            <a:lvl1pPr marL="55563" indent="-55563" defTabSz="287338">
              <a:defRPr sz="1600">
                <a:solidFill>
                  <a:schemeClr val="tx1"/>
                </a:solidFill>
                <a:latin typeface="Times New Roman" pitchFamily="18" charset="0"/>
              </a:defRPr>
            </a:lvl1pPr>
            <a:lvl2pPr marL="742950" indent="-285750" defTabSz="287338">
              <a:defRPr sz="1600">
                <a:solidFill>
                  <a:schemeClr val="tx1"/>
                </a:solidFill>
                <a:latin typeface="Times New Roman" pitchFamily="18" charset="0"/>
              </a:defRPr>
            </a:lvl2pPr>
            <a:lvl3pPr marL="1143000" indent="-228600" defTabSz="287338">
              <a:defRPr sz="1600">
                <a:solidFill>
                  <a:schemeClr val="tx1"/>
                </a:solidFill>
                <a:latin typeface="Times New Roman" pitchFamily="18" charset="0"/>
              </a:defRPr>
            </a:lvl3pPr>
            <a:lvl4pPr marL="1600200" indent="-228600" defTabSz="287338">
              <a:defRPr sz="1600">
                <a:solidFill>
                  <a:schemeClr val="tx1"/>
                </a:solidFill>
                <a:latin typeface="Times New Roman" pitchFamily="18" charset="0"/>
              </a:defRPr>
            </a:lvl4pPr>
            <a:lvl5pPr marL="2057400" indent="-228600" defTabSz="287338">
              <a:defRPr sz="1600">
                <a:solidFill>
                  <a:schemeClr val="tx1"/>
                </a:solidFill>
                <a:latin typeface="Times New Roman" pitchFamily="18" charset="0"/>
              </a:defRPr>
            </a:lvl5pPr>
            <a:lvl6pPr marL="2514600" indent="-228600" defTabSz="287338" eaLnBrk="0" fontAlgn="base" hangingPunct="0">
              <a:spcBef>
                <a:spcPct val="0"/>
              </a:spcBef>
              <a:spcAft>
                <a:spcPct val="0"/>
              </a:spcAft>
              <a:defRPr sz="1600">
                <a:solidFill>
                  <a:schemeClr val="tx1"/>
                </a:solidFill>
                <a:latin typeface="Times New Roman" pitchFamily="18" charset="0"/>
              </a:defRPr>
            </a:lvl6pPr>
            <a:lvl7pPr marL="2971800" indent="-228600" defTabSz="287338" eaLnBrk="0" fontAlgn="base" hangingPunct="0">
              <a:spcBef>
                <a:spcPct val="0"/>
              </a:spcBef>
              <a:spcAft>
                <a:spcPct val="0"/>
              </a:spcAft>
              <a:defRPr sz="1600">
                <a:solidFill>
                  <a:schemeClr val="tx1"/>
                </a:solidFill>
                <a:latin typeface="Times New Roman" pitchFamily="18" charset="0"/>
              </a:defRPr>
            </a:lvl7pPr>
            <a:lvl8pPr marL="3429000" indent="-228600" defTabSz="287338" eaLnBrk="0" fontAlgn="base" hangingPunct="0">
              <a:spcBef>
                <a:spcPct val="0"/>
              </a:spcBef>
              <a:spcAft>
                <a:spcPct val="0"/>
              </a:spcAft>
              <a:defRPr sz="1600">
                <a:solidFill>
                  <a:schemeClr val="tx1"/>
                </a:solidFill>
                <a:latin typeface="Times New Roman" pitchFamily="18" charset="0"/>
              </a:defRPr>
            </a:lvl8pPr>
            <a:lvl9pPr marL="3886200" indent="-228600" defTabSz="287338" eaLnBrk="0" fontAlgn="base" hangingPunct="0">
              <a:spcBef>
                <a:spcPct val="0"/>
              </a:spcBef>
              <a:spcAft>
                <a:spcPct val="0"/>
              </a:spcAft>
              <a:defRPr sz="1600">
                <a:solidFill>
                  <a:schemeClr val="tx1"/>
                </a:solidFill>
                <a:latin typeface="Times New Roman" pitchFamily="18" charset="0"/>
              </a:defRPr>
            </a:lvl9pPr>
          </a:lstStyle>
          <a:p>
            <a:pPr>
              <a:buClr>
                <a:schemeClr val="tx2"/>
              </a:buClr>
              <a:buSzPct val="75000"/>
              <a:buFont typeface="Monotype Sorts" pitchFamily="2" charset="2"/>
              <a:buNone/>
            </a:pPr>
            <a:r>
              <a:rPr lang="en-US" altLang="en-US" sz="1800" u="sng" dirty="0">
                <a:latin typeface="+mn-lt"/>
                <a:cs typeface="Times New Roman" pitchFamily="18" charset="0"/>
              </a:rPr>
              <a:t>value1</a:t>
            </a:r>
            <a:r>
              <a:rPr lang="en-US" altLang="en-US" sz="1800" dirty="0">
                <a:latin typeface="+mn-lt"/>
                <a:cs typeface="Times New Roman" pitchFamily="18" charset="0"/>
              </a:rPr>
              <a:t>, ..., and </a:t>
            </a:r>
            <a:r>
              <a:rPr lang="en-US" altLang="en-US" sz="1800" u="sng" dirty="0" err="1">
                <a:latin typeface="+mn-lt"/>
                <a:cs typeface="Times New Roman" pitchFamily="18" charset="0"/>
              </a:rPr>
              <a:t>valueN</a:t>
            </a:r>
            <a:r>
              <a:rPr lang="en-US" altLang="en-US" sz="1800" dirty="0">
                <a:latin typeface="+mn-lt"/>
                <a:cs typeface="Times New Roman" pitchFamily="18" charset="0"/>
              </a:rPr>
              <a:t> must be </a:t>
            </a:r>
            <a:r>
              <a:rPr lang="en-US" altLang="en-US" sz="1800" b="1" dirty="0">
                <a:latin typeface="+mn-lt"/>
                <a:cs typeface="Times New Roman" pitchFamily="18" charset="0"/>
              </a:rPr>
              <a:t>constant expressions</a:t>
            </a:r>
            <a:r>
              <a:rPr lang="en-US" altLang="en-US" sz="1800" dirty="0">
                <a:latin typeface="+mn-lt"/>
                <a:cs typeface="Times New Roman" pitchFamily="18" charset="0"/>
              </a:rPr>
              <a:t> of the </a:t>
            </a:r>
            <a:r>
              <a:rPr lang="en-US" altLang="en-US" sz="1800" b="1" dirty="0">
                <a:latin typeface="+mn-lt"/>
                <a:cs typeface="Times New Roman" pitchFamily="18" charset="0"/>
              </a:rPr>
              <a:t>same data type</a:t>
            </a:r>
            <a:r>
              <a:rPr lang="en-US" altLang="en-US" sz="1800" dirty="0">
                <a:latin typeface="+mn-lt"/>
                <a:cs typeface="Times New Roman" pitchFamily="18" charset="0"/>
              </a:rPr>
              <a:t> as the value of the </a:t>
            </a:r>
            <a:r>
              <a:rPr lang="en-US" altLang="en-US" sz="1800" u="sng" dirty="0">
                <a:latin typeface="+mn-lt"/>
                <a:cs typeface="Times New Roman" pitchFamily="18" charset="0"/>
              </a:rPr>
              <a:t>switch-expression</a:t>
            </a:r>
            <a:r>
              <a:rPr lang="en-US" altLang="en-US" sz="1800" dirty="0">
                <a:latin typeface="+mn-lt"/>
                <a:cs typeface="Times New Roman" pitchFamily="18" charset="0"/>
              </a:rPr>
              <a:t>. </a:t>
            </a:r>
          </a:p>
          <a:p>
            <a:pPr>
              <a:buClr>
                <a:schemeClr val="tx2"/>
              </a:buClr>
              <a:buSzPct val="75000"/>
              <a:buFont typeface="Monotype Sorts" pitchFamily="2" charset="2"/>
              <a:buNone/>
            </a:pPr>
            <a:endParaRPr lang="en-US" altLang="en-US" sz="1800" dirty="0">
              <a:latin typeface="+mn-lt"/>
              <a:cs typeface="Times New Roman" pitchFamily="18" charset="0"/>
            </a:endParaRPr>
          </a:p>
        </p:txBody>
      </p:sp>
      <p:sp>
        <p:nvSpPr>
          <p:cNvPr id="3" name="TextBox 2"/>
          <p:cNvSpPr txBox="1"/>
          <p:nvPr/>
        </p:nvSpPr>
        <p:spPr>
          <a:xfrm>
            <a:off x="148472" y="3375917"/>
            <a:ext cx="2704122" cy="1415772"/>
          </a:xfrm>
          <a:prstGeom prst="rect">
            <a:avLst/>
          </a:prstGeom>
          <a:noFill/>
        </p:spPr>
        <p:txBody>
          <a:bodyPr wrap="square" rtlCol="0">
            <a:spAutoFit/>
          </a:bodyPr>
          <a:lstStyle/>
          <a:p>
            <a:r>
              <a:rPr lang="en-US" altLang="en-US" sz="1800" u="sng" dirty="0">
                <a:cs typeface="Times New Roman" pitchFamily="18" charset="0"/>
              </a:rPr>
              <a:t>value1</a:t>
            </a:r>
            <a:r>
              <a:rPr lang="en-US" altLang="en-US" sz="1800" dirty="0">
                <a:cs typeface="Times New Roman" pitchFamily="18" charset="0"/>
              </a:rPr>
              <a:t>, ..., and </a:t>
            </a:r>
            <a:r>
              <a:rPr lang="en-US" altLang="en-US" sz="1800" u="sng" dirty="0" err="1">
                <a:cs typeface="Times New Roman" pitchFamily="18" charset="0"/>
              </a:rPr>
              <a:t>valueN</a:t>
            </a:r>
            <a:r>
              <a:rPr lang="en-US" altLang="en-US" sz="1800" u="sng" dirty="0">
                <a:cs typeface="Times New Roman" pitchFamily="18" charset="0"/>
              </a:rPr>
              <a:t> </a:t>
            </a:r>
            <a:r>
              <a:rPr lang="en-US" altLang="en-US" sz="1800" dirty="0">
                <a:cs typeface="Times New Roman" pitchFamily="18" charset="0"/>
              </a:rPr>
              <a:t>cannot contain variables in the expression, such as x + y</a:t>
            </a:r>
          </a:p>
          <a:p>
            <a:endParaRPr lang="en-US" dirty="0"/>
          </a:p>
        </p:txBody>
      </p:sp>
      <p:sp>
        <p:nvSpPr>
          <p:cNvPr id="19" name="Line 7"/>
          <p:cNvSpPr>
            <a:spLocks noChangeShapeType="1"/>
          </p:cNvSpPr>
          <p:nvPr/>
        </p:nvSpPr>
        <p:spPr bwMode="auto">
          <a:xfrm flipV="1">
            <a:off x="3301552" y="1865950"/>
            <a:ext cx="1755970" cy="265861"/>
          </a:xfrm>
          <a:prstGeom prst="line">
            <a:avLst/>
          </a:prstGeom>
          <a:noFill/>
          <a:ln w="25400">
            <a:solidFill>
              <a:schemeClr val="tx1">
                <a:lumMod val="95000"/>
                <a:lumOff val="5000"/>
              </a:schemeClr>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sz="900"/>
          </a:p>
        </p:txBody>
      </p:sp>
      <p:sp>
        <p:nvSpPr>
          <p:cNvPr id="20" name="Line 7"/>
          <p:cNvSpPr>
            <a:spLocks noChangeShapeType="1"/>
          </p:cNvSpPr>
          <p:nvPr/>
        </p:nvSpPr>
        <p:spPr bwMode="auto">
          <a:xfrm>
            <a:off x="3301552" y="2131811"/>
            <a:ext cx="1755970" cy="138374"/>
          </a:xfrm>
          <a:prstGeom prst="line">
            <a:avLst/>
          </a:prstGeom>
          <a:noFill/>
          <a:ln w="25400">
            <a:solidFill>
              <a:schemeClr val="tx1">
                <a:lumMod val="95000"/>
                <a:lumOff val="5000"/>
              </a:schemeClr>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sz="900"/>
          </a:p>
        </p:txBody>
      </p:sp>
      <p:sp>
        <p:nvSpPr>
          <p:cNvPr id="21" name="Line 7"/>
          <p:cNvSpPr>
            <a:spLocks noChangeShapeType="1"/>
          </p:cNvSpPr>
          <p:nvPr/>
        </p:nvSpPr>
        <p:spPr bwMode="auto">
          <a:xfrm>
            <a:off x="3301552" y="2131811"/>
            <a:ext cx="1885444" cy="894610"/>
          </a:xfrm>
          <a:prstGeom prst="line">
            <a:avLst/>
          </a:prstGeom>
          <a:noFill/>
          <a:ln w="25400">
            <a:solidFill>
              <a:schemeClr val="tx1">
                <a:lumMod val="95000"/>
                <a:lumOff val="5000"/>
              </a:schemeClr>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sz="900"/>
          </a:p>
        </p:txBody>
      </p:sp>
      <p:sp>
        <p:nvSpPr>
          <p:cNvPr id="5" name="TextBox 4">
            <a:extLst>
              <a:ext uri="{FF2B5EF4-FFF2-40B4-BE49-F238E27FC236}">
                <a16:creationId xmlns:a16="http://schemas.microsoft.com/office/drawing/2014/main" id="{C8684A98-EAAB-984B-4993-B0A9383889F0}"/>
              </a:ext>
            </a:extLst>
          </p:cNvPr>
          <p:cNvSpPr txBox="1"/>
          <p:nvPr/>
        </p:nvSpPr>
        <p:spPr>
          <a:xfrm>
            <a:off x="148472" y="4723450"/>
            <a:ext cx="4572000" cy="369332"/>
          </a:xfrm>
          <a:prstGeom prst="rect">
            <a:avLst/>
          </a:prstGeom>
          <a:noFill/>
        </p:spPr>
        <p:txBody>
          <a:bodyPr wrap="square">
            <a:spAutoFit/>
          </a:bodyPr>
          <a:lstStyle/>
          <a:p>
            <a:r>
              <a:rPr lang="en-US" altLang="en-US" sz="1800" dirty="0">
                <a:solidFill>
                  <a:srgbClr val="FF0000"/>
                </a:solidFill>
                <a:latin typeface="+mn-lt"/>
                <a:cs typeface="Times New Roman" pitchFamily="18" charset="0"/>
              </a:rPr>
              <a:t>N</a:t>
            </a:r>
            <a:r>
              <a:rPr lang="en-US" altLang="zh-CN" sz="1800" dirty="0">
                <a:solidFill>
                  <a:srgbClr val="FF0000"/>
                </a:solidFill>
                <a:latin typeface="+mn-lt"/>
                <a:cs typeface="Times New Roman" pitchFamily="18" charset="0"/>
              </a:rPr>
              <a:t>o duplicate case labels!</a:t>
            </a:r>
            <a:endParaRPr lang="en-US" sz="1800" dirty="0">
              <a:solidFill>
                <a:srgbClr val="FF0000"/>
              </a:solidFill>
            </a:endParaRPr>
          </a:p>
        </p:txBody>
      </p:sp>
    </p:spTree>
    <p:extLst>
      <p:ext uri="{BB962C8B-B14F-4D97-AF65-F5344CB8AC3E}">
        <p14:creationId xmlns:p14="http://schemas.microsoft.com/office/powerpoint/2010/main" val="82555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P spid="19" grpId="0" animBg="1"/>
      <p:bldP spid="20" grpId="0" animBg="1"/>
      <p:bldP spid="21"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445025"/>
            <a:ext cx="7197709" cy="572700"/>
          </a:xfrm>
        </p:spPr>
        <p:txBody>
          <a:bodyPr>
            <a:normAutofit fontScale="90000"/>
          </a:bodyPr>
          <a:lstStyle/>
          <a:p>
            <a:r>
              <a:rPr lang="en-US" b="1" dirty="0">
                <a:latin typeface="Courier New" panose="02070309020205020404" pitchFamily="49" charset="0"/>
                <a:cs typeface="Courier New" panose="02070309020205020404" pitchFamily="49" charset="0"/>
              </a:rPr>
              <a:t>switch </a:t>
            </a:r>
            <a:r>
              <a:rPr lang="en-US" b="1" dirty="0"/>
              <a:t>Statement Rules: break and default</a:t>
            </a:r>
          </a:p>
        </p:txBody>
      </p:sp>
      <p:sp>
        <p:nvSpPr>
          <p:cNvPr id="9" name="Slide Number Placeholder 4"/>
          <p:cNvSpPr>
            <a:spLocks noGrp="1"/>
          </p:cNvSpPr>
          <p:nvPr>
            <p:ph type="sldNum" sz="quarter" idx="4294967295"/>
          </p:nvPr>
        </p:nvSpPr>
        <p:spPr>
          <a:xfrm>
            <a:off x="7762594" y="5000101"/>
            <a:ext cx="548700" cy="393600"/>
          </a:xfrm>
          <a:prstGeom prst="rect">
            <a:avLst/>
          </a:prstGeom>
        </p:spPr>
        <p:txBody>
          <a:bodyPr/>
          <a:lstStyle/>
          <a:p>
            <a:pPr>
              <a:defRPr/>
            </a:pPr>
            <a:fld id="{F6BC6937-CE16-4A61-B2DC-2D0D098A056A}" type="slidenum">
              <a:rPr lang="en-US"/>
              <a:pPr>
                <a:defRPr/>
              </a:pPr>
              <a:t>7</a:t>
            </a:fld>
            <a:endParaRPr lang="en-US"/>
          </a:p>
        </p:txBody>
      </p:sp>
      <p:sp>
        <p:nvSpPr>
          <p:cNvPr id="10" name="Rectangle 5"/>
          <p:cNvSpPr>
            <a:spLocks noChangeArrowheads="1"/>
          </p:cNvSpPr>
          <p:nvPr/>
        </p:nvSpPr>
        <p:spPr bwMode="auto">
          <a:xfrm>
            <a:off x="4193129" y="1389698"/>
            <a:ext cx="4146947"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8" rIns="69056" bIns="34528"/>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switch (switch-expression) {</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case value1:  	statement(s)1;</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break;</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case value2: 	statement(s)2;</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break;</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case </a:t>
            </a:r>
            <a:r>
              <a:rPr lang="en-US" altLang="en-US" sz="1425" b="1" dirty="0" err="1">
                <a:latin typeface="Courier New" pitchFamily="49" charset="0"/>
                <a:cs typeface="Courier New" pitchFamily="49" charset="0"/>
              </a:rPr>
              <a:t>valueN</a:t>
            </a:r>
            <a:r>
              <a:rPr lang="en-US" altLang="en-US" sz="1425" b="1" dirty="0">
                <a:latin typeface="Courier New" pitchFamily="49" charset="0"/>
                <a:cs typeface="Courier New" pitchFamily="49" charset="0"/>
              </a:rPr>
              <a:t>: 	statement(s)N;</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break;</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  default: 		statement(s);</a:t>
            </a:r>
          </a:p>
          <a:p>
            <a:pPr>
              <a:spcBef>
                <a:spcPct val="20000"/>
              </a:spcBef>
              <a:buClr>
                <a:schemeClr val="tx2"/>
              </a:buClr>
              <a:buSzPct val="75000"/>
              <a:buFont typeface="Monotype Sorts" pitchFamily="2" charset="2"/>
              <a:buNone/>
            </a:pPr>
            <a:r>
              <a:rPr lang="en-US" altLang="en-US" sz="1425" b="1" dirty="0">
                <a:latin typeface="Courier New" pitchFamily="49" charset="0"/>
                <a:cs typeface="Courier New" pitchFamily="49" charset="0"/>
              </a:rPr>
              <a:t>}</a:t>
            </a:r>
          </a:p>
        </p:txBody>
      </p:sp>
      <p:sp>
        <p:nvSpPr>
          <p:cNvPr id="15" name="Rectangle 8"/>
          <p:cNvSpPr>
            <a:spLocks noChangeArrowheads="1"/>
          </p:cNvSpPr>
          <p:nvPr/>
        </p:nvSpPr>
        <p:spPr bwMode="auto">
          <a:xfrm>
            <a:off x="148472" y="1829968"/>
            <a:ext cx="3529088" cy="156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8" rIns="69056" bIns="34528"/>
          <a:lstStyle>
            <a:lvl1pPr marL="55563" indent="-55563" defTabSz="287338">
              <a:defRPr sz="1600">
                <a:solidFill>
                  <a:schemeClr val="tx1"/>
                </a:solidFill>
                <a:latin typeface="Times New Roman" pitchFamily="18" charset="0"/>
              </a:defRPr>
            </a:lvl1pPr>
            <a:lvl2pPr marL="742950" indent="-285750" defTabSz="287338">
              <a:defRPr sz="1600">
                <a:solidFill>
                  <a:schemeClr val="tx1"/>
                </a:solidFill>
                <a:latin typeface="Times New Roman" pitchFamily="18" charset="0"/>
              </a:defRPr>
            </a:lvl2pPr>
            <a:lvl3pPr marL="1143000" indent="-228600" defTabSz="287338">
              <a:defRPr sz="1600">
                <a:solidFill>
                  <a:schemeClr val="tx1"/>
                </a:solidFill>
                <a:latin typeface="Times New Roman" pitchFamily="18" charset="0"/>
              </a:defRPr>
            </a:lvl3pPr>
            <a:lvl4pPr marL="1600200" indent="-228600" defTabSz="287338">
              <a:defRPr sz="1600">
                <a:solidFill>
                  <a:schemeClr val="tx1"/>
                </a:solidFill>
                <a:latin typeface="Times New Roman" pitchFamily="18" charset="0"/>
              </a:defRPr>
            </a:lvl4pPr>
            <a:lvl5pPr marL="2057400" indent="-228600" defTabSz="287338">
              <a:defRPr sz="1600">
                <a:solidFill>
                  <a:schemeClr val="tx1"/>
                </a:solidFill>
                <a:latin typeface="Times New Roman" pitchFamily="18" charset="0"/>
              </a:defRPr>
            </a:lvl5pPr>
            <a:lvl6pPr marL="2514600" indent="-228600" defTabSz="287338" eaLnBrk="0" fontAlgn="base" hangingPunct="0">
              <a:spcBef>
                <a:spcPct val="0"/>
              </a:spcBef>
              <a:spcAft>
                <a:spcPct val="0"/>
              </a:spcAft>
              <a:defRPr sz="1600">
                <a:solidFill>
                  <a:schemeClr val="tx1"/>
                </a:solidFill>
                <a:latin typeface="Times New Roman" pitchFamily="18" charset="0"/>
              </a:defRPr>
            </a:lvl6pPr>
            <a:lvl7pPr marL="2971800" indent="-228600" defTabSz="287338" eaLnBrk="0" fontAlgn="base" hangingPunct="0">
              <a:spcBef>
                <a:spcPct val="0"/>
              </a:spcBef>
              <a:spcAft>
                <a:spcPct val="0"/>
              </a:spcAft>
              <a:defRPr sz="1600">
                <a:solidFill>
                  <a:schemeClr val="tx1"/>
                </a:solidFill>
                <a:latin typeface="Times New Roman" pitchFamily="18" charset="0"/>
              </a:defRPr>
            </a:lvl7pPr>
            <a:lvl8pPr marL="3429000" indent="-228600" defTabSz="287338" eaLnBrk="0" fontAlgn="base" hangingPunct="0">
              <a:spcBef>
                <a:spcPct val="0"/>
              </a:spcBef>
              <a:spcAft>
                <a:spcPct val="0"/>
              </a:spcAft>
              <a:defRPr sz="1600">
                <a:solidFill>
                  <a:schemeClr val="tx1"/>
                </a:solidFill>
                <a:latin typeface="Times New Roman" pitchFamily="18" charset="0"/>
              </a:defRPr>
            </a:lvl8pPr>
            <a:lvl9pPr marL="3886200" indent="-228600" defTabSz="287338" eaLnBrk="0" fontAlgn="base" hangingPunct="0">
              <a:spcBef>
                <a:spcPct val="0"/>
              </a:spcBef>
              <a:spcAft>
                <a:spcPct val="0"/>
              </a:spcAft>
              <a:defRPr sz="1600">
                <a:solidFill>
                  <a:schemeClr val="tx1"/>
                </a:solidFill>
                <a:latin typeface="Times New Roman" pitchFamily="18" charset="0"/>
              </a:defRPr>
            </a:lvl9pPr>
          </a:lstStyle>
          <a:p>
            <a:pPr marL="41668" indent="-41668" defTabSz="215482">
              <a:spcBef>
                <a:spcPct val="0"/>
              </a:spcBef>
              <a:buNone/>
            </a:pPr>
            <a:r>
              <a:rPr lang="en-US" altLang="en-US" sz="1800" u="sng" dirty="0">
                <a:latin typeface="+mn-lt"/>
                <a:cs typeface="Times New Roman" panose="02020603050405020304" pitchFamily="18" charset="0"/>
              </a:rPr>
              <a:t>break</a:t>
            </a:r>
            <a:r>
              <a:rPr lang="en-US" altLang="en-US" sz="1800" dirty="0">
                <a:latin typeface="+mn-lt"/>
                <a:cs typeface="Times New Roman" panose="02020603050405020304" pitchFamily="18" charset="0"/>
              </a:rPr>
              <a:t> is optional, but it terminates the remainder of the </a:t>
            </a:r>
            <a:r>
              <a:rPr lang="en-US" altLang="en-US" sz="1800" u="sng" dirty="0">
                <a:latin typeface="+mn-lt"/>
                <a:cs typeface="Times New Roman" panose="02020603050405020304" pitchFamily="18" charset="0"/>
              </a:rPr>
              <a:t>switch</a:t>
            </a:r>
            <a:r>
              <a:rPr lang="en-US" altLang="en-US" sz="1800" dirty="0">
                <a:latin typeface="+mn-lt"/>
                <a:cs typeface="Times New Roman" panose="02020603050405020304" pitchFamily="18" charset="0"/>
              </a:rPr>
              <a:t> statement</a:t>
            </a:r>
          </a:p>
          <a:p>
            <a:pPr>
              <a:buClr>
                <a:schemeClr val="tx2"/>
              </a:buClr>
              <a:buSzPct val="75000"/>
              <a:buFont typeface="Monotype Sorts" pitchFamily="2" charset="2"/>
              <a:buNone/>
            </a:pPr>
            <a:endParaRPr lang="en-US" altLang="en-US" sz="1800" dirty="0">
              <a:latin typeface="+mn-lt"/>
              <a:cs typeface="Times New Roman" panose="02020603050405020304" pitchFamily="18" charset="0"/>
            </a:endParaRPr>
          </a:p>
        </p:txBody>
      </p:sp>
      <p:sp>
        <p:nvSpPr>
          <p:cNvPr id="3" name="TextBox 2"/>
          <p:cNvSpPr txBox="1"/>
          <p:nvPr/>
        </p:nvSpPr>
        <p:spPr>
          <a:xfrm>
            <a:off x="148472" y="3375917"/>
            <a:ext cx="2704122" cy="1692771"/>
          </a:xfrm>
          <a:prstGeom prst="rect">
            <a:avLst/>
          </a:prstGeom>
          <a:noFill/>
        </p:spPr>
        <p:txBody>
          <a:bodyPr wrap="square" rtlCol="0">
            <a:spAutoFit/>
          </a:bodyPr>
          <a:lstStyle/>
          <a:p>
            <a:pPr>
              <a:buClr>
                <a:schemeClr val="tx2"/>
              </a:buClr>
              <a:buSzPct val="75000"/>
              <a:buFont typeface="Monotype Sorts" pitchFamily="2" charset="2"/>
              <a:buNone/>
            </a:pPr>
            <a:r>
              <a:rPr lang="en-US" altLang="en-US" sz="1800" u="sng" dirty="0">
                <a:cs typeface="Times New Roman" pitchFamily="18" charset="0"/>
              </a:rPr>
              <a:t>default</a:t>
            </a:r>
            <a:r>
              <a:rPr lang="en-US" altLang="en-US" sz="1800" dirty="0">
                <a:cs typeface="Times New Roman" pitchFamily="18" charset="0"/>
              </a:rPr>
              <a:t> is optional - executed when none of the specified cases matches the </a:t>
            </a:r>
            <a:r>
              <a:rPr lang="en-US" altLang="en-US" sz="1800" u="sng" dirty="0">
                <a:cs typeface="Times New Roman" pitchFamily="18" charset="0"/>
              </a:rPr>
              <a:t>switch-expression</a:t>
            </a:r>
            <a:r>
              <a:rPr lang="en-US" altLang="en-US" sz="1800" dirty="0">
                <a:cs typeface="Times New Roman" pitchFamily="18" charset="0"/>
              </a:rPr>
              <a:t>.</a:t>
            </a:r>
          </a:p>
          <a:p>
            <a:endParaRPr lang="en-US" dirty="0"/>
          </a:p>
        </p:txBody>
      </p:sp>
      <p:sp>
        <p:nvSpPr>
          <p:cNvPr id="19" name="Line 7"/>
          <p:cNvSpPr>
            <a:spLocks noChangeShapeType="1"/>
          </p:cNvSpPr>
          <p:nvPr/>
        </p:nvSpPr>
        <p:spPr bwMode="auto">
          <a:xfrm flipV="1">
            <a:off x="3301552" y="2023008"/>
            <a:ext cx="3520034" cy="108802"/>
          </a:xfrm>
          <a:prstGeom prst="line">
            <a:avLst/>
          </a:prstGeom>
          <a:noFill/>
          <a:ln w="25400">
            <a:solidFill>
              <a:schemeClr val="tx1">
                <a:lumMod val="95000"/>
                <a:lumOff val="5000"/>
              </a:schemeClr>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sz="900"/>
          </a:p>
        </p:txBody>
      </p:sp>
      <p:sp>
        <p:nvSpPr>
          <p:cNvPr id="20" name="Line 7"/>
          <p:cNvSpPr>
            <a:spLocks noChangeShapeType="1"/>
          </p:cNvSpPr>
          <p:nvPr/>
        </p:nvSpPr>
        <p:spPr bwMode="auto">
          <a:xfrm>
            <a:off x="3301551" y="2131810"/>
            <a:ext cx="3673783" cy="514285"/>
          </a:xfrm>
          <a:prstGeom prst="line">
            <a:avLst/>
          </a:prstGeom>
          <a:noFill/>
          <a:ln w="25400">
            <a:solidFill>
              <a:schemeClr val="tx1">
                <a:lumMod val="95000"/>
                <a:lumOff val="5000"/>
              </a:schemeClr>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sz="900"/>
          </a:p>
        </p:txBody>
      </p:sp>
      <p:sp>
        <p:nvSpPr>
          <p:cNvPr id="21" name="Line 7"/>
          <p:cNvSpPr>
            <a:spLocks noChangeShapeType="1"/>
          </p:cNvSpPr>
          <p:nvPr/>
        </p:nvSpPr>
        <p:spPr bwMode="auto">
          <a:xfrm>
            <a:off x="3301552" y="2131811"/>
            <a:ext cx="3673782" cy="1244106"/>
          </a:xfrm>
          <a:prstGeom prst="line">
            <a:avLst/>
          </a:prstGeom>
          <a:noFill/>
          <a:ln w="25400">
            <a:solidFill>
              <a:schemeClr val="tx1">
                <a:lumMod val="95000"/>
                <a:lumOff val="5000"/>
              </a:schemeClr>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sz="900"/>
          </a:p>
        </p:txBody>
      </p:sp>
      <p:sp>
        <p:nvSpPr>
          <p:cNvPr id="14" name="Line 7"/>
          <p:cNvSpPr>
            <a:spLocks noChangeShapeType="1"/>
          </p:cNvSpPr>
          <p:nvPr/>
        </p:nvSpPr>
        <p:spPr bwMode="auto">
          <a:xfrm>
            <a:off x="2735109" y="3569991"/>
            <a:ext cx="1691234" cy="14381"/>
          </a:xfrm>
          <a:prstGeom prst="line">
            <a:avLst/>
          </a:prstGeom>
          <a:noFill/>
          <a:ln w="25400">
            <a:solidFill>
              <a:schemeClr val="tx1">
                <a:lumMod val="95000"/>
                <a:lumOff val="5000"/>
              </a:schemeClr>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sz="900"/>
          </a:p>
        </p:txBody>
      </p:sp>
    </p:spTree>
    <p:extLst>
      <p:ext uri="{BB962C8B-B14F-4D97-AF65-F5344CB8AC3E}">
        <p14:creationId xmlns:p14="http://schemas.microsoft.com/office/powerpoint/2010/main" val="3527497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P spid="19" grpId="0" animBg="1"/>
      <p:bldP spid="20" grpId="0" animBg="1"/>
      <p:bldP spid="21"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0FF45-7A88-567B-1EDE-E8F3E24A782C}"/>
              </a:ext>
            </a:extLst>
          </p:cNvPr>
          <p:cNvSpPr>
            <a:spLocks noGrp="1"/>
          </p:cNvSpPr>
          <p:nvPr>
            <p:ph type="title"/>
          </p:nvPr>
        </p:nvSpPr>
        <p:spPr/>
        <p:txBody>
          <a:bodyPr>
            <a:normAutofit fontScale="90000"/>
          </a:bodyPr>
          <a:lstStyle/>
          <a:p>
            <a:r>
              <a:rPr lang="en-US" altLang="zh-CN" dirty="0"/>
              <a:t>Textbook Example: 3.13</a:t>
            </a:r>
            <a:endParaRPr lang="zh-CN" altLang="en-US" dirty="0"/>
          </a:p>
        </p:txBody>
      </p:sp>
      <p:sp>
        <p:nvSpPr>
          <p:cNvPr id="3" name="Text Placeholder 2">
            <a:extLst>
              <a:ext uri="{FF2B5EF4-FFF2-40B4-BE49-F238E27FC236}">
                <a16:creationId xmlns:a16="http://schemas.microsoft.com/office/drawing/2014/main" id="{FAE90889-2890-7D62-DD48-54B5B51AA2D5}"/>
              </a:ext>
            </a:extLst>
          </p:cNvPr>
          <p:cNvSpPr>
            <a:spLocks noGrp="1"/>
          </p:cNvSpPr>
          <p:nvPr>
            <p:ph type="body" idx="1"/>
          </p:nvPr>
        </p:nvSpPr>
        <p:spPr/>
        <p:txBody>
          <a:bodyPr>
            <a:normAutofit fontScale="92500" lnSpcReduction="10000"/>
          </a:bodyPr>
          <a:lstStyle/>
          <a:p>
            <a:pPr>
              <a:buNone/>
            </a:pP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b="1" dirty="0">
                <a:solidFill>
                  <a:srgbClr val="7F0055"/>
                </a:solidFill>
                <a:effectLst/>
                <a:latin typeface="Consolas" panose="020B0609020204030204" pitchFamily="49" charset="0"/>
                <a:ea typeface="SimSun" panose="02010600030101010101" pitchFamily="2" charset="-122"/>
                <a:cs typeface="SimSun" panose="02010600030101010101" pitchFamily="2" charset="-122"/>
              </a:rPr>
              <a:t>switch</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dirty="0">
                <a:solidFill>
                  <a:srgbClr val="6A3E3E"/>
                </a:solidFill>
                <a:effectLst/>
                <a:latin typeface="Consolas" panose="020B0609020204030204" pitchFamily="49" charset="0"/>
                <a:ea typeface="SimSun" panose="02010600030101010101" pitchFamily="2" charset="-122"/>
                <a:cs typeface="SimSun" panose="02010600030101010101" pitchFamily="2" charset="-122"/>
              </a:rPr>
              <a:t>day</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endParaRPr lang="zh-CN" altLang="zh-CN" sz="1400" dirty="0">
              <a:effectLst/>
              <a:latin typeface="SimSun" panose="02010600030101010101" pitchFamily="2" charset="-122"/>
              <a:ea typeface="SimSun" panose="02010600030101010101" pitchFamily="2" charset="-122"/>
              <a:cs typeface="SimSun" panose="02010600030101010101" pitchFamily="2" charset="-122"/>
            </a:endParaRPr>
          </a:p>
          <a:p>
            <a:pPr>
              <a:buNone/>
            </a:pP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b="1" dirty="0">
                <a:solidFill>
                  <a:srgbClr val="7F0055"/>
                </a:solidFill>
                <a:effectLst/>
                <a:latin typeface="Consolas" panose="020B0609020204030204" pitchFamily="49" charset="0"/>
                <a:ea typeface="SimSun" panose="02010600030101010101" pitchFamily="2" charset="-122"/>
                <a:cs typeface="SimSun" panose="02010600030101010101" pitchFamily="2" charset="-122"/>
              </a:rPr>
              <a:t>case</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1:</a:t>
            </a:r>
            <a:endParaRPr lang="zh-CN" altLang="zh-CN" sz="1400" dirty="0">
              <a:effectLst/>
              <a:latin typeface="SimSun" panose="02010600030101010101" pitchFamily="2" charset="-122"/>
              <a:ea typeface="SimSun" panose="02010600030101010101" pitchFamily="2" charset="-122"/>
              <a:cs typeface="SimSun" panose="02010600030101010101" pitchFamily="2" charset="-122"/>
            </a:endParaRPr>
          </a:p>
          <a:p>
            <a:pPr>
              <a:buNone/>
            </a:pP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b="1" dirty="0">
                <a:solidFill>
                  <a:srgbClr val="7F0055"/>
                </a:solidFill>
                <a:effectLst/>
                <a:latin typeface="Consolas" panose="020B0609020204030204" pitchFamily="49" charset="0"/>
                <a:ea typeface="SimSun" panose="02010600030101010101" pitchFamily="2" charset="-122"/>
                <a:cs typeface="SimSun" panose="02010600030101010101" pitchFamily="2" charset="-122"/>
              </a:rPr>
              <a:t>case</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2:</a:t>
            </a:r>
            <a:endParaRPr lang="zh-CN" altLang="zh-CN" sz="1400" dirty="0">
              <a:effectLst/>
              <a:latin typeface="SimSun" panose="02010600030101010101" pitchFamily="2" charset="-122"/>
              <a:ea typeface="SimSun" panose="02010600030101010101" pitchFamily="2" charset="-122"/>
              <a:cs typeface="SimSun" panose="02010600030101010101" pitchFamily="2" charset="-122"/>
            </a:endParaRPr>
          </a:p>
          <a:p>
            <a:pPr>
              <a:buNone/>
            </a:pP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b="1" dirty="0">
                <a:solidFill>
                  <a:srgbClr val="7F0055"/>
                </a:solidFill>
                <a:effectLst/>
                <a:latin typeface="Consolas" panose="020B0609020204030204" pitchFamily="49" charset="0"/>
                <a:ea typeface="SimSun" panose="02010600030101010101" pitchFamily="2" charset="-122"/>
                <a:cs typeface="SimSun" panose="02010600030101010101" pitchFamily="2" charset="-122"/>
              </a:rPr>
              <a:t>case</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3:</a:t>
            </a:r>
            <a:endParaRPr lang="zh-CN" altLang="zh-CN" sz="1400" dirty="0">
              <a:effectLst/>
              <a:latin typeface="SimSun" panose="02010600030101010101" pitchFamily="2" charset="-122"/>
              <a:ea typeface="SimSun" panose="02010600030101010101" pitchFamily="2" charset="-122"/>
              <a:cs typeface="SimSun" panose="02010600030101010101" pitchFamily="2" charset="-122"/>
            </a:endParaRPr>
          </a:p>
          <a:p>
            <a:pPr>
              <a:buNone/>
            </a:pP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b="1" dirty="0">
                <a:solidFill>
                  <a:srgbClr val="7F0055"/>
                </a:solidFill>
                <a:effectLst/>
                <a:latin typeface="Consolas" panose="020B0609020204030204" pitchFamily="49" charset="0"/>
                <a:ea typeface="SimSun" panose="02010600030101010101" pitchFamily="2" charset="-122"/>
                <a:cs typeface="SimSun" panose="02010600030101010101" pitchFamily="2" charset="-122"/>
              </a:rPr>
              <a:t>case</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4:</a:t>
            </a:r>
            <a:endParaRPr lang="zh-CN" altLang="zh-CN" sz="1400" dirty="0">
              <a:effectLst/>
              <a:latin typeface="SimSun" panose="02010600030101010101" pitchFamily="2" charset="-122"/>
              <a:ea typeface="SimSun" panose="02010600030101010101" pitchFamily="2" charset="-122"/>
              <a:cs typeface="SimSun" panose="02010600030101010101" pitchFamily="2" charset="-122"/>
            </a:endParaRPr>
          </a:p>
          <a:p>
            <a:pPr>
              <a:buNone/>
            </a:pP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b="1" dirty="0">
                <a:solidFill>
                  <a:srgbClr val="7F0055"/>
                </a:solidFill>
                <a:effectLst/>
                <a:latin typeface="Consolas" panose="020B0609020204030204" pitchFamily="49" charset="0"/>
                <a:ea typeface="SimSun" panose="02010600030101010101" pitchFamily="2" charset="-122"/>
                <a:cs typeface="SimSun" panose="02010600030101010101" pitchFamily="2" charset="-122"/>
              </a:rPr>
              <a:t>case</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5: </a:t>
            </a:r>
            <a:r>
              <a:rPr lang="en-US" altLang="zh-CN" sz="2400" dirty="0" err="1">
                <a:solidFill>
                  <a:srgbClr val="000000"/>
                </a:solidFill>
                <a:effectLst/>
                <a:latin typeface="Consolas" panose="020B0609020204030204" pitchFamily="49" charset="0"/>
                <a:ea typeface="SimSun" panose="02010600030101010101" pitchFamily="2" charset="-122"/>
                <a:cs typeface="SimSun" panose="02010600030101010101" pitchFamily="2" charset="-122"/>
              </a:rPr>
              <a:t>System.</a:t>
            </a:r>
            <a:r>
              <a:rPr lang="en-US" altLang="zh-CN" sz="2400" b="1" i="1" dirty="0" err="1">
                <a:solidFill>
                  <a:srgbClr val="0000C0"/>
                </a:solidFill>
                <a:effectLst/>
                <a:latin typeface="Consolas" panose="020B0609020204030204" pitchFamily="49" charset="0"/>
                <a:ea typeface="SimSun" panose="02010600030101010101" pitchFamily="2" charset="-122"/>
                <a:cs typeface="SimSun" panose="02010600030101010101" pitchFamily="2" charset="-122"/>
              </a:rPr>
              <a:t>out</a:t>
            </a:r>
            <a:r>
              <a:rPr lang="en-US" altLang="zh-CN" sz="2400" dirty="0" err="1">
                <a:solidFill>
                  <a:srgbClr val="000000"/>
                </a:solidFill>
                <a:effectLst/>
                <a:latin typeface="Consolas" panose="020B0609020204030204" pitchFamily="49" charset="0"/>
                <a:ea typeface="SimSun" panose="02010600030101010101" pitchFamily="2" charset="-122"/>
                <a:cs typeface="SimSun" panose="02010600030101010101" pitchFamily="2" charset="-122"/>
              </a:rPr>
              <a:t>.println</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a:t>
            </a:r>
            <a:r>
              <a:rPr lang="en-US" altLang="zh-CN" sz="2400" dirty="0">
                <a:solidFill>
                  <a:srgbClr val="2A00FF"/>
                </a:solidFill>
                <a:effectLst/>
                <a:latin typeface="Consolas" panose="020B0609020204030204" pitchFamily="49" charset="0"/>
                <a:ea typeface="SimSun" panose="02010600030101010101" pitchFamily="2" charset="-122"/>
                <a:cs typeface="SimSun" panose="02010600030101010101" pitchFamily="2" charset="-122"/>
              </a:rPr>
              <a:t>"Weekday"</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b="1" dirty="0">
                <a:solidFill>
                  <a:srgbClr val="7F0055"/>
                </a:solidFill>
                <a:effectLst/>
                <a:latin typeface="Consolas" panose="020B0609020204030204" pitchFamily="49" charset="0"/>
                <a:ea typeface="SimSun" panose="02010600030101010101" pitchFamily="2" charset="-122"/>
                <a:cs typeface="SimSun" panose="02010600030101010101" pitchFamily="2" charset="-122"/>
              </a:rPr>
              <a:t>break</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a:t>
            </a:r>
            <a:endParaRPr lang="zh-CN" altLang="zh-CN" sz="1400" dirty="0">
              <a:effectLst/>
              <a:latin typeface="SimSun" panose="02010600030101010101" pitchFamily="2" charset="-122"/>
              <a:ea typeface="SimSun" panose="02010600030101010101" pitchFamily="2" charset="-122"/>
              <a:cs typeface="SimSun" panose="02010600030101010101" pitchFamily="2" charset="-122"/>
            </a:endParaRPr>
          </a:p>
          <a:p>
            <a:pPr>
              <a:buNone/>
            </a:pP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b="1" dirty="0">
                <a:solidFill>
                  <a:srgbClr val="7F0055"/>
                </a:solidFill>
                <a:effectLst/>
                <a:latin typeface="Consolas" panose="020B0609020204030204" pitchFamily="49" charset="0"/>
                <a:ea typeface="SimSun" panose="02010600030101010101" pitchFamily="2" charset="-122"/>
                <a:cs typeface="SimSun" panose="02010600030101010101" pitchFamily="2" charset="-122"/>
              </a:rPr>
              <a:t>case</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0:</a:t>
            </a:r>
            <a:endParaRPr lang="zh-CN" altLang="zh-CN" sz="1400" dirty="0">
              <a:effectLst/>
              <a:latin typeface="SimSun" panose="02010600030101010101" pitchFamily="2" charset="-122"/>
              <a:ea typeface="SimSun" panose="02010600030101010101" pitchFamily="2" charset="-122"/>
              <a:cs typeface="SimSun" panose="02010600030101010101" pitchFamily="2" charset="-122"/>
            </a:endParaRPr>
          </a:p>
          <a:p>
            <a:pPr>
              <a:buNone/>
            </a:pP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r>
              <a:rPr lang="en-US" altLang="zh-CN" sz="2400" b="1" dirty="0">
                <a:solidFill>
                  <a:srgbClr val="7F0055"/>
                </a:solidFill>
                <a:effectLst/>
                <a:latin typeface="Consolas" panose="020B0609020204030204" pitchFamily="49" charset="0"/>
                <a:ea typeface="SimSun" panose="02010600030101010101" pitchFamily="2" charset="-122"/>
                <a:cs typeface="SimSun" panose="02010600030101010101" pitchFamily="2" charset="-122"/>
              </a:rPr>
              <a:t>case</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6: </a:t>
            </a:r>
            <a:r>
              <a:rPr lang="en-US" altLang="zh-CN" sz="2400" dirty="0" err="1">
                <a:solidFill>
                  <a:srgbClr val="000000"/>
                </a:solidFill>
                <a:effectLst/>
                <a:latin typeface="Consolas" panose="020B0609020204030204" pitchFamily="49" charset="0"/>
                <a:ea typeface="SimSun" panose="02010600030101010101" pitchFamily="2" charset="-122"/>
                <a:cs typeface="SimSun" panose="02010600030101010101" pitchFamily="2" charset="-122"/>
              </a:rPr>
              <a:t>System.</a:t>
            </a:r>
            <a:r>
              <a:rPr lang="en-US" altLang="zh-CN" sz="2400" b="1" i="1" dirty="0" err="1">
                <a:solidFill>
                  <a:srgbClr val="0000C0"/>
                </a:solidFill>
                <a:effectLst/>
                <a:latin typeface="Consolas" panose="020B0609020204030204" pitchFamily="49" charset="0"/>
                <a:ea typeface="SimSun" panose="02010600030101010101" pitchFamily="2" charset="-122"/>
                <a:cs typeface="SimSun" panose="02010600030101010101" pitchFamily="2" charset="-122"/>
              </a:rPr>
              <a:t>out</a:t>
            </a:r>
            <a:r>
              <a:rPr lang="en-US" altLang="zh-CN" sz="2400" dirty="0" err="1">
                <a:solidFill>
                  <a:srgbClr val="000000"/>
                </a:solidFill>
                <a:effectLst/>
                <a:latin typeface="Consolas" panose="020B0609020204030204" pitchFamily="49" charset="0"/>
                <a:ea typeface="SimSun" panose="02010600030101010101" pitchFamily="2" charset="-122"/>
                <a:cs typeface="SimSun" panose="02010600030101010101" pitchFamily="2" charset="-122"/>
              </a:rPr>
              <a:t>.println</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a:t>
            </a:r>
            <a:r>
              <a:rPr lang="en-US" altLang="zh-CN" sz="2400" dirty="0">
                <a:solidFill>
                  <a:srgbClr val="2A00FF"/>
                </a:solidFill>
                <a:effectLst/>
                <a:latin typeface="Consolas" panose="020B0609020204030204" pitchFamily="49" charset="0"/>
                <a:ea typeface="SimSun" panose="02010600030101010101" pitchFamily="2" charset="-122"/>
                <a:cs typeface="SimSun" panose="02010600030101010101" pitchFamily="2" charset="-122"/>
              </a:rPr>
              <a:t>"Weekend"</a:t>
            </a: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a:t>
            </a:r>
            <a:endParaRPr lang="zh-CN" altLang="zh-CN" sz="1400" dirty="0">
              <a:effectLst/>
              <a:latin typeface="SimSun" panose="02010600030101010101" pitchFamily="2" charset="-122"/>
              <a:ea typeface="SimSun" panose="02010600030101010101" pitchFamily="2" charset="-122"/>
              <a:cs typeface="SimSun" panose="02010600030101010101" pitchFamily="2" charset="-122"/>
            </a:endParaRPr>
          </a:p>
          <a:p>
            <a:pPr>
              <a:buNone/>
            </a:pPr>
            <a:r>
              <a:rPr lang="en-US" altLang="zh-CN" sz="2400" dirty="0">
                <a:solidFill>
                  <a:srgbClr val="000000"/>
                </a:solidFill>
                <a:effectLst/>
                <a:latin typeface="Consolas" panose="020B0609020204030204" pitchFamily="49" charset="0"/>
                <a:ea typeface="SimSun" panose="02010600030101010101" pitchFamily="2" charset="-122"/>
                <a:cs typeface="SimSun" panose="02010600030101010101" pitchFamily="2" charset="-122"/>
              </a:rPr>
              <a:t>		}</a:t>
            </a:r>
            <a:endParaRPr lang="zh-CN" altLang="zh-CN" sz="1400" dirty="0">
              <a:effectLst/>
              <a:latin typeface="SimSun" panose="02010600030101010101" pitchFamily="2" charset="-122"/>
              <a:ea typeface="SimSun" panose="02010600030101010101" pitchFamily="2" charset="-122"/>
              <a:cs typeface="SimSun" panose="02010600030101010101" pitchFamily="2" charset="-122"/>
            </a:endParaRPr>
          </a:p>
        </p:txBody>
      </p:sp>
    </p:spTree>
    <p:extLst>
      <p:ext uri="{BB962C8B-B14F-4D97-AF65-F5344CB8AC3E}">
        <p14:creationId xmlns:p14="http://schemas.microsoft.com/office/powerpoint/2010/main" val="1673162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5" name="Text Box 4"/>
          <p:cNvSpPr txBox="1">
            <a:spLocks noChangeArrowheads="1"/>
          </p:cNvSpPr>
          <p:nvPr/>
        </p:nvSpPr>
        <p:spPr bwMode="auto">
          <a:xfrm>
            <a:off x="1034156" y="2620416"/>
            <a:ext cx="734038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'a'</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
        <p:nvSpPr>
          <p:cNvPr id="6" name="Rectangle 6"/>
          <p:cNvSpPr>
            <a:spLocks noChangeArrowheads="1"/>
          </p:cNvSpPr>
          <p:nvPr/>
        </p:nvSpPr>
        <p:spPr bwMode="auto">
          <a:xfrm>
            <a:off x="2117557" y="2663644"/>
            <a:ext cx="470908" cy="284096"/>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
        <p:nvSpPr>
          <p:cNvPr id="7" name="AutoShape 7"/>
          <p:cNvSpPr>
            <a:spLocks noChangeArrowheads="1"/>
          </p:cNvSpPr>
          <p:nvPr/>
        </p:nvSpPr>
        <p:spPr bwMode="auto">
          <a:xfrm>
            <a:off x="941589" y="1316850"/>
            <a:ext cx="2595048" cy="567177"/>
          </a:xfrm>
          <a:prstGeom prst="wedgeRoundRectCallout">
            <a:avLst>
              <a:gd name="adj1" fmla="val 8546"/>
              <a:gd name="adj2" fmla="val 183727"/>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r>
              <a:rPr lang="en-US" altLang="en-US" sz="2400" dirty="0"/>
              <a:t>Suppose </a:t>
            </a:r>
            <a:r>
              <a:rPr lang="en-US" altLang="en-US" sz="2400" dirty="0" err="1"/>
              <a:t>ch</a:t>
            </a:r>
            <a:r>
              <a:rPr lang="en-US" altLang="en-US" sz="2400" dirty="0"/>
              <a:t> is 'a': </a:t>
            </a:r>
          </a:p>
        </p:txBody>
      </p:sp>
    </p:spTree>
    <p:extLst>
      <p:ext uri="{BB962C8B-B14F-4D97-AF65-F5344CB8AC3E}">
        <p14:creationId xmlns:p14="http://schemas.microsoft.com/office/powerpoint/2010/main" val="3555806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ChangeArrowheads="1"/>
          </p:cNvSpPr>
          <p:nvPr/>
        </p:nvSpPr>
        <p:spPr bwMode="auto">
          <a:xfrm>
            <a:off x="2049112" y="2951158"/>
            <a:ext cx="470908" cy="284096"/>
          </a:xfrm>
          <a:prstGeom prst="rect">
            <a:avLst/>
          </a:prstGeom>
          <a:solidFill>
            <a:schemeClr val="accent1">
              <a:alpha val="45097"/>
            </a:schemeClr>
          </a:solidFill>
          <a:ln w="12700">
            <a:solidFill>
              <a:schemeClr val="tx1"/>
            </a:solidFill>
            <a:miter lim="800000"/>
            <a:headEnd type="none" w="sm" len="sm"/>
            <a:tailEnd type="none" w="sm" len="sm"/>
          </a:ln>
        </p:spPr>
        <p:txBody>
          <a:bodyPr wrap="none" lIns="91440" tIns="45720" rIns="91440" bIns="45720"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50" dirty="0">
              <a:solidFill>
                <a:schemeClr val="tx1">
                  <a:lumMod val="95000"/>
                  <a:lumOff val="5000"/>
                </a:schemeClr>
              </a:solidFill>
            </a:endParaRPr>
          </a:p>
        </p:txBody>
      </p:sp>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5" name="Text Box 4"/>
          <p:cNvSpPr txBox="1">
            <a:spLocks noChangeArrowheads="1"/>
          </p:cNvSpPr>
          <p:nvPr/>
        </p:nvSpPr>
        <p:spPr bwMode="auto">
          <a:xfrm>
            <a:off x="1034156" y="2620416"/>
            <a:ext cx="734038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lIns="91440" tIns="45720" rIns="91440" bIns="45720" anchor="t">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a:ea typeface="Times New Roman" pitchFamily="18" charset="0"/>
                <a:cs typeface="Courier New"/>
              </a:rPr>
              <a:t>  </a:t>
            </a:r>
            <a:r>
              <a:rPr lang="en-US" altLang="en-US" sz="1800" b="1" dirty="0">
                <a:solidFill>
                  <a:srgbClr val="000050"/>
                </a:solidFill>
                <a:latin typeface="Courier New"/>
                <a:ea typeface="Times New Roman" pitchFamily="18" charset="0"/>
                <a:cs typeface="Courier New"/>
              </a:rPr>
              <a:t>case</a:t>
            </a:r>
            <a:r>
              <a:rPr lang="en-US" altLang="en-US" sz="1800" dirty="0">
                <a:solidFill>
                  <a:srgbClr val="000000"/>
                </a:solidFill>
                <a:latin typeface="Courier New"/>
                <a:ea typeface="Times New Roman" pitchFamily="18" charset="0"/>
                <a:cs typeface="Courier New"/>
              </a:rPr>
              <a:t> </a:t>
            </a:r>
            <a:r>
              <a:rPr lang="en-US" altLang="en-US" sz="1800" dirty="0">
                <a:solidFill>
                  <a:schemeClr val="tx1">
                    <a:lumMod val="95000"/>
                    <a:lumOff val="5000"/>
                  </a:schemeClr>
                </a:solidFill>
                <a:latin typeface="Courier New"/>
                <a:ea typeface="Times New Roman" pitchFamily="18" charset="0"/>
                <a:cs typeface="Courier New"/>
              </a:rPr>
              <a:t>'a'</a:t>
            </a:r>
            <a:r>
              <a:rPr lang="en-US" altLang="en-US" sz="1800" dirty="0">
                <a:solidFill>
                  <a:srgbClr val="000000"/>
                </a:solidFill>
                <a:latin typeface="Courier New"/>
                <a:ea typeface="Times New Roman" pitchFamily="18" charset="0"/>
                <a:cs typeface="Courier New"/>
              </a:rPr>
              <a:t>: 	</a:t>
            </a:r>
            <a:r>
              <a:rPr lang="en-US" altLang="en-US" sz="1800" dirty="0" err="1">
                <a:solidFill>
                  <a:srgbClr val="000000"/>
                </a:solidFill>
                <a:latin typeface="Courier New"/>
                <a:ea typeface="Times New Roman" pitchFamily="18" charset="0"/>
                <a:cs typeface="Courier New"/>
              </a:rPr>
              <a:t>System.out.println</a:t>
            </a:r>
            <a:r>
              <a:rPr lang="en-US" altLang="en-US" sz="1800" dirty="0">
                <a:solidFill>
                  <a:srgbClr val="000000"/>
                </a:solidFill>
                <a:latin typeface="Courier New"/>
                <a:ea typeface="Times New Roman" pitchFamily="18" charset="0"/>
                <a:cs typeface="Courier New"/>
              </a:rPr>
              <a:t>(</a:t>
            </a:r>
            <a:r>
              <a:rPr lang="en-US" altLang="en-US" sz="1800" dirty="0" err="1">
                <a:solidFill>
                  <a:srgbClr val="000000"/>
                </a:solidFill>
                <a:latin typeface="Courier New"/>
                <a:ea typeface="Times New Roman" pitchFamily="18" charset="0"/>
                <a:cs typeface="Courier New"/>
              </a:rPr>
              <a:t>ch</a:t>
            </a:r>
            <a:r>
              <a:rPr lang="en-US" altLang="en-US" sz="1800" dirty="0">
                <a:solidFill>
                  <a:srgbClr val="000000"/>
                </a:solidFill>
                <a:latin typeface="Courier New"/>
                <a:ea typeface="Times New Roman" pitchFamily="18" charset="0"/>
                <a:cs typeface="Courier New"/>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
        <p:nvSpPr>
          <p:cNvPr id="7" name="AutoShape 7"/>
          <p:cNvSpPr>
            <a:spLocks noChangeArrowheads="1"/>
          </p:cNvSpPr>
          <p:nvPr/>
        </p:nvSpPr>
        <p:spPr bwMode="auto">
          <a:xfrm>
            <a:off x="3116177" y="1737458"/>
            <a:ext cx="2595048" cy="567177"/>
          </a:xfrm>
          <a:prstGeom prst="wedgeRoundRectCallout">
            <a:avLst>
              <a:gd name="adj1" fmla="val -70272"/>
              <a:gd name="adj2" fmla="val 173120"/>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r>
              <a:rPr lang="en-US" altLang="en-US" sz="2400" dirty="0" err="1"/>
              <a:t>ch</a:t>
            </a:r>
            <a:r>
              <a:rPr lang="en-US" altLang="en-US" sz="2400" dirty="0"/>
              <a:t> is 'a': </a:t>
            </a:r>
          </a:p>
        </p:txBody>
      </p:sp>
    </p:spTree>
    <p:extLst>
      <p:ext uri="{BB962C8B-B14F-4D97-AF65-F5344CB8AC3E}">
        <p14:creationId xmlns:p14="http://schemas.microsoft.com/office/powerpoint/2010/main" val="2363373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5" name="Text Box 4"/>
          <p:cNvSpPr txBox="1">
            <a:spLocks noChangeArrowheads="1"/>
          </p:cNvSpPr>
          <p:nvPr/>
        </p:nvSpPr>
        <p:spPr bwMode="auto">
          <a:xfrm>
            <a:off x="1034156" y="2620416"/>
            <a:ext cx="734038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'a'</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
        <p:nvSpPr>
          <p:cNvPr id="6" name="Rectangle 6"/>
          <p:cNvSpPr>
            <a:spLocks noChangeArrowheads="1"/>
          </p:cNvSpPr>
          <p:nvPr/>
        </p:nvSpPr>
        <p:spPr bwMode="auto">
          <a:xfrm>
            <a:off x="2899611" y="2923673"/>
            <a:ext cx="3404936" cy="30079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
        <p:nvSpPr>
          <p:cNvPr id="7" name="AutoShape 7"/>
          <p:cNvSpPr>
            <a:spLocks noChangeArrowheads="1"/>
          </p:cNvSpPr>
          <p:nvPr/>
        </p:nvSpPr>
        <p:spPr bwMode="auto">
          <a:xfrm>
            <a:off x="3814009" y="1467449"/>
            <a:ext cx="2595048" cy="567177"/>
          </a:xfrm>
          <a:prstGeom prst="wedgeRoundRectCallout">
            <a:avLst>
              <a:gd name="adj1" fmla="val -64708"/>
              <a:gd name="adj2" fmla="val 198576"/>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r>
              <a:rPr lang="en-US" altLang="en-US" sz="2400" dirty="0"/>
              <a:t>Executes this line: </a:t>
            </a:r>
          </a:p>
        </p:txBody>
      </p:sp>
    </p:spTree>
    <p:extLst>
      <p:ext uri="{BB962C8B-B14F-4D97-AF65-F5344CB8AC3E}">
        <p14:creationId xmlns:p14="http://schemas.microsoft.com/office/powerpoint/2010/main" val="18367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5" name="Text Box 4"/>
          <p:cNvSpPr txBox="1">
            <a:spLocks noChangeArrowheads="1"/>
          </p:cNvSpPr>
          <p:nvPr/>
        </p:nvSpPr>
        <p:spPr bwMode="auto">
          <a:xfrm>
            <a:off x="1034156" y="2620416"/>
            <a:ext cx="734038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'a'</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
        <p:nvSpPr>
          <p:cNvPr id="6" name="Rectangle 6"/>
          <p:cNvSpPr>
            <a:spLocks noChangeArrowheads="1"/>
          </p:cNvSpPr>
          <p:nvPr/>
        </p:nvSpPr>
        <p:spPr bwMode="auto">
          <a:xfrm>
            <a:off x="2869532" y="3208685"/>
            <a:ext cx="3404936" cy="30079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
        <p:nvSpPr>
          <p:cNvPr id="7" name="AutoShape 7"/>
          <p:cNvSpPr>
            <a:spLocks noChangeArrowheads="1"/>
          </p:cNvSpPr>
          <p:nvPr/>
        </p:nvSpPr>
        <p:spPr bwMode="auto">
          <a:xfrm>
            <a:off x="6299092" y="1804334"/>
            <a:ext cx="2595048" cy="567177"/>
          </a:xfrm>
          <a:prstGeom prst="wedgeRoundRectCallout">
            <a:avLst>
              <a:gd name="adj1" fmla="val -64708"/>
              <a:gd name="adj2" fmla="val 198576"/>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r>
              <a:rPr lang="en-US" altLang="en-US" sz="2400" dirty="0"/>
              <a:t>Executes this line: </a:t>
            </a:r>
          </a:p>
        </p:txBody>
      </p:sp>
    </p:spTree>
    <p:extLst>
      <p:ext uri="{BB962C8B-B14F-4D97-AF65-F5344CB8AC3E}">
        <p14:creationId xmlns:p14="http://schemas.microsoft.com/office/powerpoint/2010/main" val="2606244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5" name="Text Box 4"/>
          <p:cNvSpPr txBox="1">
            <a:spLocks noChangeArrowheads="1"/>
          </p:cNvSpPr>
          <p:nvPr/>
        </p:nvSpPr>
        <p:spPr bwMode="auto">
          <a:xfrm>
            <a:off x="1034156" y="2620416"/>
            <a:ext cx="734038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'a'</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
        <p:nvSpPr>
          <p:cNvPr id="6" name="Rectangle 6"/>
          <p:cNvSpPr>
            <a:spLocks noChangeArrowheads="1"/>
          </p:cNvSpPr>
          <p:nvPr/>
        </p:nvSpPr>
        <p:spPr bwMode="auto">
          <a:xfrm>
            <a:off x="2894156" y="3485411"/>
            <a:ext cx="3404936" cy="30079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
        <p:nvSpPr>
          <p:cNvPr id="7" name="AutoShape 7"/>
          <p:cNvSpPr>
            <a:spLocks noChangeArrowheads="1"/>
          </p:cNvSpPr>
          <p:nvPr/>
        </p:nvSpPr>
        <p:spPr bwMode="auto">
          <a:xfrm>
            <a:off x="6431439" y="2141218"/>
            <a:ext cx="2595048" cy="567177"/>
          </a:xfrm>
          <a:prstGeom prst="wedgeRoundRectCallout">
            <a:avLst>
              <a:gd name="adj1" fmla="val -64708"/>
              <a:gd name="adj2" fmla="val 198576"/>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r>
              <a:rPr lang="en-US" altLang="en-US" sz="2400" dirty="0"/>
              <a:t>Executes this line: </a:t>
            </a:r>
          </a:p>
        </p:txBody>
      </p:sp>
    </p:spTree>
    <p:extLst>
      <p:ext uri="{BB962C8B-B14F-4D97-AF65-F5344CB8AC3E}">
        <p14:creationId xmlns:p14="http://schemas.microsoft.com/office/powerpoint/2010/main" val="3144894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5" name="Text Box 4"/>
          <p:cNvSpPr txBox="1">
            <a:spLocks noChangeArrowheads="1"/>
          </p:cNvSpPr>
          <p:nvPr/>
        </p:nvSpPr>
        <p:spPr bwMode="auto">
          <a:xfrm>
            <a:off x="1034156" y="2620416"/>
            <a:ext cx="734038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'a'</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
        <p:nvSpPr>
          <p:cNvPr id="6" name="Rectangle 6"/>
          <p:cNvSpPr>
            <a:spLocks noChangeArrowheads="1"/>
          </p:cNvSpPr>
          <p:nvPr/>
        </p:nvSpPr>
        <p:spPr bwMode="auto">
          <a:xfrm>
            <a:off x="1161605" y="4123093"/>
            <a:ext cx="3404936" cy="30079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Tree>
    <p:extLst>
      <p:ext uri="{BB962C8B-B14F-4D97-AF65-F5344CB8AC3E}">
        <p14:creationId xmlns:p14="http://schemas.microsoft.com/office/powerpoint/2010/main" val="3798227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FD182DC-51AE-99B3-C548-2C8C712FF9CF}"/>
              </a:ext>
            </a:extLst>
          </p:cNvPr>
          <p:cNvGraphicFramePr>
            <a:graphicFrameLocks noGrp="1"/>
          </p:cNvGraphicFramePr>
          <p:nvPr>
            <p:extLst>
              <p:ext uri="{D42A27DB-BD31-4B8C-83A1-F6EECF244321}">
                <p14:modId xmlns:p14="http://schemas.microsoft.com/office/powerpoint/2010/main" val="2923125869"/>
              </p:ext>
            </p:extLst>
          </p:nvPr>
        </p:nvGraphicFramePr>
        <p:xfrm>
          <a:off x="311149" y="469783"/>
          <a:ext cx="8521702" cy="4236065"/>
        </p:xfrm>
        <a:graphic>
          <a:graphicData uri="http://schemas.openxmlformats.org/drawingml/2006/table">
            <a:tbl>
              <a:tblPr firstRow="1" firstCol="1" bandRow="1">
                <a:tableStyleId>{7DF18680-E054-41AD-8BC1-D1AEF772440D}</a:tableStyleId>
              </a:tblPr>
              <a:tblGrid>
                <a:gridCol w="1446344">
                  <a:extLst>
                    <a:ext uri="{9D8B030D-6E8A-4147-A177-3AD203B41FA5}">
                      <a16:colId xmlns:a16="http://schemas.microsoft.com/office/drawing/2014/main" val="3115111176"/>
                    </a:ext>
                  </a:extLst>
                </a:gridCol>
                <a:gridCol w="3537679">
                  <a:extLst>
                    <a:ext uri="{9D8B030D-6E8A-4147-A177-3AD203B41FA5}">
                      <a16:colId xmlns:a16="http://schemas.microsoft.com/office/drawing/2014/main" val="687610088"/>
                    </a:ext>
                  </a:extLst>
                </a:gridCol>
                <a:gridCol w="3537679">
                  <a:extLst>
                    <a:ext uri="{9D8B030D-6E8A-4147-A177-3AD203B41FA5}">
                      <a16:colId xmlns:a16="http://schemas.microsoft.com/office/drawing/2014/main" val="2973459894"/>
                    </a:ext>
                  </a:extLst>
                </a:gridCol>
              </a:tblGrid>
              <a:tr h="830349">
                <a:tc>
                  <a:txBody>
                    <a:bodyPr/>
                    <a:lstStyle/>
                    <a:p>
                      <a:pPr>
                        <a:lnSpc>
                          <a:spcPct val="115000"/>
                        </a:lnSpc>
                        <a:spcAft>
                          <a:spcPts val="800"/>
                        </a:spcAft>
                      </a:pPr>
                      <a:r>
                        <a:rPr lang="en-US" sz="1800" kern="100" dirty="0">
                          <a:effectLst/>
                        </a:rPr>
                        <a:t>Feature</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nSpc>
                          <a:spcPct val="115000"/>
                        </a:lnSpc>
                        <a:spcAft>
                          <a:spcPts val="800"/>
                        </a:spcAft>
                      </a:pPr>
                      <a:r>
                        <a:rPr lang="en-US" sz="1800" kern="100" dirty="0">
                          <a:effectLst/>
                        </a:rPr>
                        <a:t>switch</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nSpc>
                          <a:spcPct val="115000"/>
                        </a:lnSpc>
                        <a:spcAft>
                          <a:spcPts val="800"/>
                        </a:spcAft>
                      </a:pPr>
                      <a:r>
                        <a:rPr lang="en-US" sz="1800" kern="100" dirty="0">
                          <a:effectLst/>
                        </a:rPr>
                        <a:t>if-else</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9559207"/>
                  </a:ext>
                </a:extLst>
              </a:tr>
              <a:tr h="1627947">
                <a:tc>
                  <a:txBody>
                    <a:bodyPr/>
                    <a:lstStyle/>
                    <a:p>
                      <a:pPr>
                        <a:lnSpc>
                          <a:spcPct val="115000"/>
                        </a:lnSpc>
                        <a:spcAft>
                          <a:spcPts val="800"/>
                        </a:spcAft>
                      </a:pPr>
                      <a:r>
                        <a:rPr lang="en-US" sz="1800" kern="100" dirty="0">
                          <a:effectLst/>
                        </a:rPr>
                        <a:t>Execution behavior</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US" sz="1800" kern="100" dirty="0">
                          <a:effectLst/>
                        </a:rPr>
                        <a:t>Continues into next case unless break is used</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US" sz="1800" kern="100" dirty="0">
                          <a:effectLst/>
                        </a:rPr>
                        <a:t>Only one if or else if executes, then exits</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39457208"/>
                  </a:ext>
                </a:extLst>
              </a:tr>
              <a:tr h="830349">
                <a:tc>
                  <a:txBody>
                    <a:bodyPr/>
                    <a:lstStyle/>
                    <a:p>
                      <a:pPr>
                        <a:lnSpc>
                          <a:spcPct val="115000"/>
                        </a:lnSpc>
                        <a:spcAft>
                          <a:spcPts val="800"/>
                        </a:spcAft>
                      </a:pPr>
                      <a:r>
                        <a:rPr lang="en-US" sz="1800" kern="100">
                          <a:effectLst/>
                        </a:rPr>
                        <a:t>Requires break?</a:t>
                      </a:r>
                      <a:endParaRPr lang="zh-CN"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US" sz="1800" b="1" kern="100" dirty="0">
                          <a:effectLst/>
                        </a:rPr>
                        <a:t>Yes</a:t>
                      </a:r>
                      <a:r>
                        <a:rPr lang="en-US" sz="1800" kern="100" dirty="0">
                          <a:effectLst/>
                        </a:rPr>
                        <a:t> (to prevent fall-through)</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US" sz="1800" b="1" kern="100" dirty="0">
                          <a:effectLst/>
                        </a:rPr>
                        <a:t>No</a:t>
                      </a:r>
                      <a:r>
                        <a:rPr lang="en-US" sz="1800" kern="100" dirty="0">
                          <a:effectLst/>
                        </a:rPr>
                        <a:t> (each condition is independent)</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36792011"/>
                  </a:ext>
                </a:extLst>
              </a:tr>
              <a:tr h="830349">
                <a:tc>
                  <a:txBody>
                    <a:bodyPr/>
                    <a:lstStyle/>
                    <a:p>
                      <a:pPr>
                        <a:lnSpc>
                          <a:spcPct val="115000"/>
                        </a:lnSpc>
                        <a:spcAft>
                          <a:spcPts val="800"/>
                        </a:spcAft>
                      </a:pPr>
                      <a:r>
                        <a:rPr lang="en-US" sz="1800" kern="100">
                          <a:effectLst/>
                        </a:rPr>
                        <a:t>Can we allow fall-through?</a:t>
                      </a:r>
                      <a:endParaRPr lang="zh-CN" sz="18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US" sz="1800" kern="100" dirty="0">
                          <a:effectLst/>
                        </a:rPr>
                        <a:t>Yes, if intentional</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algn="ctr">
                        <a:lnSpc>
                          <a:spcPct val="115000"/>
                        </a:lnSpc>
                        <a:spcAft>
                          <a:spcPts val="800"/>
                        </a:spcAft>
                      </a:pPr>
                      <a:r>
                        <a:rPr lang="en-US" sz="1800" kern="100" dirty="0">
                          <a:effectLst/>
                        </a:rPr>
                        <a:t>No, if-else doesn’t fall through</a:t>
                      </a:r>
                      <a:endParaRPr lang="zh-CN" sz="18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364048019"/>
                  </a:ext>
                </a:extLst>
              </a:tr>
            </a:tbl>
          </a:graphicData>
        </a:graphic>
      </p:graphicFrame>
    </p:spTree>
    <p:extLst>
      <p:ext uri="{BB962C8B-B14F-4D97-AF65-F5344CB8AC3E}">
        <p14:creationId xmlns:p14="http://schemas.microsoft.com/office/powerpoint/2010/main" val="3017391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5" name="Text Box 4"/>
          <p:cNvSpPr txBox="1">
            <a:spLocks noChangeArrowheads="1"/>
          </p:cNvSpPr>
          <p:nvPr/>
        </p:nvSpPr>
        <p:spPr bwMode="auto">
          <a:xfrm>
            <a:off x="1034156" y="2620416"/>
            <a:ext cx="734038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'a'</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3366FF"/>
                </a:solidFill>
                <a:latin typeface="Courier New" pitchFamily="49" charset="0"/>
                <a:ea typeface="Times New Roman" pitchFamily="18" charset="0"/>
                <a:cs typeface="Courier New" pitchFamily="49" charset="0"/>
              </a:rPr>
              <a:t>		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
        <p:nvSpPr>
          <p:cNvPr id="6" name="Rectangle 6"/>
          <p:cNvSpPr>
            <a:spLocks noChangeArrowheads="1"/>
          </p:cNvSpPr>
          <p:nvPr/>
        </p:nvSpPr>
        <p:spPr bwMode="auto">
          <a:xfrm>
            <a:off x="2117557" y="2663644"/>
            <a:ext cx="470908" cy="284096"/>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
        <p:nvSpPr>
          <p:cNvPr id="7" name="AutoShape 7"/>
          <p:cNvSpPr>
            <a:spLocks noChangeArrowheads="1"/>
          </p:cNvSpPr>
          <p:nvPr/>
        </p:nvSpPr>
        <p:spPr bwMode="auto">
          <a:xfrm>
            <a:off x="941589" y="1316850"/>
            <a:ext cx="2595048" cy="567177"/>
          </a:xfrm>
          <a:prstGeom prst="wedgeRoundRectCallout">
            <a:avLst>
              <a:gd name="adj1" fmla="val 8546"/>
              <a:gd name="adj2" fmla="val 183727"/>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r>
              <a:rPr lang="en-US" altLang="en-US" sz="2400" dirty="0"/>
              <a:t>Suppose </a:t>
            </a:r>
            <a:r>
              <a:rPr lang="en-US" altLang="en-US" sz="2400" dirty="0" err="1"/>
              <a:t>ch</a:t>
            </a:r>
            <a:r>
              <a:rPr lang="en-US" altLang="en-US" sz="2400" dirty="0"/>
              <a:t> is 'a': </a:t>
            </a:r>
          </a:p>
        </p:txBody>
      </p:sp>
    </p:spTree>
    <p:extLst>
      <p:ext uri="{BB962C8B-B14F-4D97-AF65-F5344CB8AC3E}">
        <p14:creationId xmlns:p14="http://schemas.microsoft.com/office/powerpoint/2010/main" val="1123105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6" name="Rectangle 6"/>
          <p:cNvSpPr>
            <a:spLocks noChangeArrowheads="1"/>
          </p:cNvSpPr>
          <p:nvPr/>
        </p:nvSpPr>
        <p:spPr bwMode="auto">
          <a:xfrm>
            <a:off x="2081461" y="2940375"/>
            <a:ext cx="470908" cy="284096"/>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
        <p:nvSpPr>
          <p:cNvPr id="7" name="AutoShape 7"/>
          <p:cNvSpPr>
            <a:spLocks noChangeArrowheads="1"/>
          </p:cNvSpPr>
          <p:nvPr/>
        </p:nvSpPr>
        <p:spPr bwMode="auto">
          <a:xfrm>
            <a:off x="3116177" y="1737458"/>
            <a:ext cx="2595048" cy="567177"/>
          </a:xfrm>
          <a:prstGeom prst="wedgeRoundRectCallout">
            <a:avLst>
              <a:gd name="adj1" fmla="val -70272"/>
              <a:gd name="adj2" fmla="val 173120"/>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r>
              <a:rPr lang="en-US" altLang="en-US" sz="2400" dirty="0" err="1"/>
              <a:t>ch</a:t>
            </a:r>
            <a:r>
              <a:rPr lang="en-US" altLang="en-US" sz="2400" dirty="0"/>
              <a:t> is 'a': </a:t>
            </a:r>
          </a:p>
        </p:txBody>
      </p:sp>
      <p:sp>
        <p:nvSpPr>
          <p:cNvPr id="8" name="Text Box 4"/>
          <p:cNvSpPr txBox="1">
            <a:spLocks noChangeArrowheads="1"/>
          </p:cNvSpPr>
          <p:nvPr/>
        </p:nvSpPr>
        <p:spPr bwMode="auto">
          <a:xfrm>
            <a:off x="1034156" y="2620416"/>
            <a:ext cx="734038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lIns="91440" tIns="45720" rIns="91440" bIns="45720" anchor="t">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a:ea typeface="Times New Roman" pitchFamily="18" charset="0"/>
                <a:cs typeface="Courier New"/>
              </a:rPr>
              <a:t>  </a:t>
            </a:r>
            <a:r>
              <a:rPr lang="en-US" altLang="en-US" sz="1800" b="1" dirty="0">
                <a:solidFill>
                  <a:srgbClr val="000050"/>
                </a:solidFill>
                <a:latin typeface="Courier New"/>
                <a:ea typeface="Times New Roman" pitchFamily="18" charset="0"/>
                <a:cs typeface="Courier New"/>
              </a:rPr>
              <a:t>case</a:t>
            </a:r>
            <a:r>
              <a:rPr lang="en-US" altLang="en-US" sz="1800" dirty="0">
                <a:solidFill>
                  <a:srgbClr val="000000"/>
                </a:solidFill>
                <a:latin typeface="Courier New"/>
                <a:ea typeface="Times New Roman" pitchFamily="18" charset="0"/>
                <a:cs typeface="Courier New"/>
              </a:rPr>
              <a:t> </a:t>
            </a:r>
            <a:r>
              <a:rPr lang="en-US" altLang="en-US" sz="1800" dirty="0">
                <a:solidFill>
                  <a:schemeClr val="tx1">
                    <a:lumMod val="95000"/>
                    <a:lumOff val="5000"/>
                  </a:schemeClr>
                </a:solidFill>
                <a:latin typeface="Courier New"/>
                <a:ea typeface="Times New Roman" pitchFamily="18" charset="0"/>
                <a:cs typeface="Courier New"/>
              </a:rPr>
              <a:t>'a'</a:t>
            </a:r>
            <a:r>
              <a:rPr lang="en-US" altLang="en-US" sz="1800" dirty="0">
                <a:solidFill>
                  <a:srgbClr val="000000"/>
                </a:solidFill>
                <a:latin typeface="Courier New"/>
                <a:ea typeface="Times New Roman" pitchFamily="18" charset="0"/>
                <a:cs typeface="Courier New"/>
              </a:rPr>
              <a:t>: 	</a:t>
            </a:r>
            <a:r>
              <a:rPr lang="en-US" altLang="en-US" sz="1800" dirty="0" err="1">
                <a:solidFill>
                  <a:srgbClr val="000000"/>
                </a:solidFill>
                <a:latin typeface="Courier New"/>
                <a:ea typeface="Times New Roman" pitchFamily="18" charset="0"/>
                <a:cs typeface="Courier New"/>
              </a:rPr>
              <a:t>System.out.println</a:t>
            </a:r>
            <a:r>
              <a:rPr lang="en-US" altLang="en-US" sz="1800" dirty="0">
                <a:solidFill>
                  <a:srgbClr val="000000"/>
                </a:solidFill>
                <a:latin typeface="Courier New"/>
                <a:ea typeface="Times New Roman" pitchFamily="18" charset="0"/>
                <a:cs typeface="Courier New"/>
              </a:rPr>
              <a:t>(</a:t>
            </a:r>
            <a:r>
              <a:rPr lang="en-US" altLang="en-US" sz="1800" dirty="0" err="1">
                <a:solidFill>
                  <a:srgbClr val="000000"/>
                </a:solidFill>
                <a:latin typeface="Courier New"/>
                <a:ea typeface="Times New Roman" pitchFamily="18" charset="0"/>
                <a:cs typeface="Courier New"/>
              </a:rPr>
              <a:t>ch</a:t>
            </a:r>
            <a:r>
              <a:rPr lang="en-US" altLang="en-US" sz="1800" dirty="0">
                <a:solidFill>
                  <a:srgbClr val="000000"/>
                </a:solidFill>
                <a:latin typeface="Courier New"/>
                <a:ea typeface="Times New Roman" pitchFamily="18" charset="0"/>
                <a:cs typeface="Courier New"/>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3366FF"/>
                </a:solidFill>
                <a:latin typeface="Courier New" pitchFamily="49" charset="0"/>
                <a:ea typeface="Times New Roman" pitchFamily="18" charset="0"/>
                <a:cs typeface="Courier New" pitchFamily="49" charset="0"/>
              </a:rPr>
              <a:t>		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Tree>
    <p:extLst>
      <p:ext uri="{BB962C8B-B14F-4D97-AF65-F5344CB8AC3E}">
        <p14:creationId xmlns:p14="http://schemas.microsoft.com/office/powerpoint/2010/main" val="830395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6" name="Rectangle 6"/>
          <p:cNvSpPr>
            <a:spLocks noChangeArrowheads="1"/>
          </p:cNvSpPr>
          <p:nvPr/>
        </p:nvSpPr>
        <p:spPr bwMode="auto">
          <a:xfrm>
            <a:off x="2899611" y="2923673"/>
            <a:ext cx="3404936" cy="30079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
        <p:nvSpPr>
          <p:cNvPr id="7" name="AutoShape 7"/>
          <p:cNvSpPr>
            <a:spLocks noChangeArrowheads="1"/>
          </p:cNvSpPr>
          <p:nvPr/>
        </p:nvSpPr>
        <p:spPr bwMode="auto">
          <a:xfrm>
            <a:off x="3814009" y="1467449"/>
            <a:ext cx="2595048" cy="567177"/>
          </a:xfrm>
          <a:prstGeom prst="wedgeRoundRectCallout">
            <a:avLst>
              <a:gd name="adj1" fmla="val -64708"/>
              <a:gd name="adj2" fmla="val 198576"/>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r>
              <a:rPr lang="en-US" altLang="en-US" sz="2400" dirty="0"/>
              <a:t>Executes this line: </a:t>
            </a:r>
          </a:p>
        </p:txBody>
      </p:sp>
      <p:sp>
        <p:nvSpPr>
          <p:cNvPr id="8" name="Text Box 4"/>
          <p:cNvSpPr txBox="1">
            <a:spLocks noChangeArrowheads="1"/>
          </p:cNvSpPr>
          <p:nvPr/>
        </p:nvSpPr>
        <p:spPr bwMode="auto">
          <a:xfrm>
            <a:off x="1034156" y="2620416"/>
            <a:ext cx="734038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'a'</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3366FF"/>
                </a:solidFill>
                <a:latin typeface="Courier New" pitchFamily="49" charset="0"/>
                <a:ea typeface="Times New Roman" pitchFamily="18" charset="0"/>
                <a:cs typeface="Courier New" pitchFamily="49" charset="0"/>
              </a:rPr>
              <a:t>		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Tree>
    <p:extLst>
      <p:ext uri="{BB962C8B-B14F-4D97-AF65-F5344CB8AC3E}">
        <p14:creationId xmlns:p14="http://schemas.microsoft.com/office/powerpoint/2010/main" val="1490143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4"/>
          <p:cNvSpPr txBox="1">
            <a:spLocks noChangeArrowheads="1"/>
          </p:cNvSpPr>
          <p:nvPr/>
        </p:nvSpPr>
        <p:spPr bwMode="auto">
          <a:xfrm>
            <a:off x="1034156" y="2596140"/>
            <a:ext cx="734038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'a'</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3366FF"/>
                </a:solidFill>
                <a:latin typeface="Courier New" pitchFamily="49" charset="0"/>
                <a:ea typeface="Times New Roman" pitchFamily="18" charset="0"/>
                <a:cs typeface="Courier New" pitchFamily="49" charset="0"/>
              </a:rPr>
              <a:t>		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6" name="Rectangle 6"/>
          <p:cNvSpPr>
            <a:spLocks noChangeArrowheads="1"/>
          </p:cNvSpPr>
          <p:nvPr/>
        </p:nvSpPr>
        <p:spPr bwMode="auto">
          <a:xfrm>
            <a:off x="2899611" y="3174525"/>
            <a:ext cx="3404936" cy="30079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
        <p:nvSpPr>
          <p:cNvPr id="7" name="AutoShape 7"/>
          <p:cNvSpPr>
            <a:spLocks noChangeArrowheads="1"/>
          </p:cNvSpPr>
          <p:nvPr/>
        </p:nvSpPr>
        <p:spPr bwMode="auto">
          <a:xfrm>
            <a:off x="6361192" y="1819706"/>
            <a:ext cx="2595048" cy="567177"/>
          </a:xfrm>
          <a:prstGeom prst="wedgeRoundRectCallout">
            <a:avLst>
              <a:gd name="adj1" fmla="val -64708"/>
              <a:gd name="adj2" fmla="val 198576"/>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algn="ctr"/>
            <a:r>
              <a:rPr lang="en-US" altLang="en-US" sz="2400" dirty="0"/>
              <a:t>Executes this line: </a:t>
            </a:r>
          </a:p>
        </p:txBody>
      </p:sp>
    </p:spTree>
    <p:extLst>
      <p:ext uri="{BB962C8B-B14F-4D97-AF65-F5344CB8AC3E}">
        <p14:creationId xmlns:p14="http://schemas.microsoft.com/office/powerpoint/2010/main" val="3585999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4"/>
          <p:cNvSpPr txBox="1">
            <a:spLocks noChangeArrowheads="1"/>
          </p:cNvSpPr>
          <p:nvPr/>
        </p:nvSpPr>
        <p:spPr bwMode="auto">
          <a:xfrm>
            <a:off x="1034156" y="2596140"/>
            <a:ext cx="7340384"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r>
              <a:rPr lang="en-US" altLang="en-US" sz="1800" b="1" dirty="0">
                <a:solidFill>
                  <a:srgbClr val="000050"/>
                </a:solidFill>
                <a:latin typeface="Courier New" pitchFamily="49" charset="0"/>
                <a:ea typeface="Times New Roman" pitchFamily="18" charset="0"/>
                <a:cs typeface="Courier New" pitchFamily="49" charset="0"/>
              </a:rPr>
              <a:t>switch</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 {</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'a'</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'b'</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3366FF"/>
                </a:solidFill>
                <a:latin typeface="Courier New" pitchFamily="49" charset="0"/>
                <a:ea typeface="Times New Roman" pitchFamily="18" charset="0"/>
                <a:cs typeface="Courier New" pitchFamily="49" charset="0"/>
              </a:rPr>
              <a:t>		break</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b="1" dirty="0">
                <a:solidFill>
                  <a:srgbClr val="000050"/>
                </a:solidFill>
                <a:latin typeface="Courier New" pitchFamily="49" charset="0"/>
                <a:ea typeface="Times New Roman" pitchFamily="18" charset="0"/>
                <a:cs typeface="Courier New" pitchFamily="49" charset="0"/>
              </a:rPr>
              <a:t>case</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a:solidFill>
                  <a:srgbClr val="3366FF"/>
                </a:solidFill>
                <a:latin typeface="Courier New" pitchFamily="49" charset="0"/>
                <a:ea typeface="Times New Roman" pitchFamily="18" charset="0"/>
                <a:cs typeface="Courier New" pitchFamily="49" charset="0"/>
              </a:rPr>
              <a:t>'c'</a:t>
            </a:r>
            <a:r>
              <a:rPr lang="en-US" altLang="en-US" sz="1800" dirty="0">
                <a:solidFill>
                  <a:srgbClr val="000000"/>
                </a:solidFill>
                <a:latin typeface="Courier New" pitchFamily="49" charset="0"/>
                <a:ea typeface="Times New Roman" pitchFamily="18" charset="0"/>
                <a:cs typeface="Courier New" pitchFamily="49" charset="0"/>
              </a:rPr>
              <a:t>: 	</a:t>
            </a:r>
            <a:r>
              <a:rPr lang="en-US" altLang="en-US" sz="1800" dirty="0" err="1">
                <a:solidFill>
                  <a:srgbClr val="000000"/>
                </a:solidFill>
                <a:latin typeface="Courier New" pitchFamily="49" charset="0"/>
                <a:ea typeface="Times New Roman" pitchFamily="18" charset="0"/>
                <a:cs typeface="Courier New" pitchFamily="49" charset="0"/>
              </a:rPr>
              <a:t>System.out.println</a:t>
            </a:r>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err="1">
                <a:solidFill>
                  <a:srgbClr val="000000"/>
                </a:solidFill>
                <a:latin typeface="Courier New" pitchFamily="49" charset="0"/>
                <a:ea typeface="Times New Roman" pitchFamily="18" charset="0"/>
                <a:cs typeface="Courier New" pitchFamily="49" charset="0"/>
              </a:rPr>
              <a:t>ch</a:t>
            </a:r>
            <a:r>
              <a:rPr lang="en-US" altLang="en-US" sz="1800" dirty="0">
                <a:solidFill>
                  <a:srgbClr val="000000"/>
                </a:solidFill>
                <a:latin typeface="Courier New" pitchFamily="49" charset="0"/>
                <a:ea typeface="Times New Roman" pitchFamily="18" charset="0"/>
                <a:cs typeface="Courier New" pitchFamily="49" charset="0"/>
              </a:rPr>
              <a:t>);</a:t>
            </a:r>
          </a:p>
          <a:p>
            <a:r>
              <a:rPr lang="en-US" altLang="en-US" sz="1800" dirty="0">
                <a:solidFill>
                  <a:srgbClr val="000000"/>
                </a:solidFill>
                <a:latin typeface="Courier New" pitchFamily="49" charset="0"/>
                <a:ea typeface="Times New Roman" pitchFamily="18" charset="0"/>
                <a:cs typeface="Courier New" pitchFamily="49" charset="0"/>
              </a:rPr>
              <a:t>}</a:t>
            </a:r>
            <a:r>
              <a:rPr lang="en-US" altLang="en-US" sz="1800" dirty="0">
                <a:solidFill>
                  <a:schemeClr val="bg2"/>
                </a:solidFill>
                <a:ea typeface="Times New Roman" pitchFamily="18" charset="0"/>
                <a:cs typeface="Courier New" pitchFamily="49" charset="0"/>
              </a:rPr>
              <a:t> </a:t>
            </a:r>
          </a:p>
        </p:txBody>
      </p:sp>
      <p:sp>
        <p:nvSpPr>
          <p:cNvPr id="2" name="Title 1"/>
          <p:cNvSpPr>
            <a:spLocks noGrp="1"/>
          </p:cNvSpPr>
          <p:nvPr>
            <p:ph type="title"/>
          </p:nvPr>
        </p:nvSpPr>
        <p:spPr/>
        <p:txBody>
          <a:bodyPr>
            <a:normAutofit fontScale="90000"/>
          </a:bodyPr>
          <a:lstStyle/>
          <a:p>
            <a:r>
              <a:rPr lang="en-US" b="1" dirty="0"/>
              <a:t>Trace </a:t>
            </a:r>
            <a:r>
              <a:rPr lang="en-US" b="1" dirty="0">
                <a:latin typeface="Courier New" panose="02070309020205020404" pitchFamily="49" charset="0"/>
                <a:cs typeface="Courier New" panose="02070309020205020404" pitchFamily="49" charset="0"/>
              </a:rPr>
              <a:t>switch  </a:t>
            </a:r>
            <a:r>
              <a:rPr lang="en-US" b="1" dirty="0"/>
              <a:t>Statement</a:t>
            </a:r>
          </a:p>
        </p:txBody>
      </p:sp>
      <p:sp>
        <p:nvSpPr>
          <p:cNvPr id="6" name="Rectangle 6"/>
          <p:cNvSpPr>
            <a:spLocks noChangeArrowheads="1"/>
          </p:cNvSpPr>
          <p:nvPr/>
        </p:nvSpPr>
        <p:spPr bwMode="auto">
          <a:xfrm>
            <a:off x="1167064" y="4631297"/>
            <a:ext cx="3404936" cy="30079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endParaRPr lang="en-US" altLang="en-US" sz="2276"/>
          </a:p>
        </p:txBody>
      </p:sp>
    </p:spTree>
    <p:extLst>
      <p:ext uri="{BB962C8B-B14F-4D97-AF65-F5344CB8AC3E}">
        <p14:creationId xmlns:p14="http://schemas.microsoft.com/office/powerpoint/2010/main" val="390791190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5538c6363dcc66390f334cc79d134dde">
  <xsd:schema xmlns:xsd="http://www.w3.org/2001/XMLSchema" xmlns:xs="http://www.w3.org/2001/XMLSchema" xmlns:p="http://schemas.microsoft.com/office/2006/metadata/properties" xmlns:ns2="dd520bba-7c1e-4c79-bf9d-255d7ed0f3a3" targetNamespace="http://schemas.microsoft.com/office/2006/metadata/properties" ma:root="true" ma:fieldsID="f941384ee89c8d55594949fcab33c8bd"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613D482-4D52-4A93-BEB3-49E00D02B1E9}"/>
</file>

<file path=customXml/itemProps2.xml><?xml version="1.0" encoding="utf-8"?>
<ds:datastoreItem xmlns:ds="http://schemas.openxmlformats.org/officeDocument/2006/customXml" ds:itemID="{DDF1CBAF-ADD1-4D65-91B1-A2BDA289F4E2}"/>
</file>

<file path=customXml/itemProps3.xml><?xml version="1.0" encoding="utf-8"?>
<ds:datastoreItem xmlns:ds="http://schemas.openxmlformats.org/officeDocument/2006/customXml" ds:itemID="{BDB96932-53B8-45D8-A862-E63DAB019F67}"/>
</file>

<file path=docProps/app.xml><?xml version="1.0" encoding="utf-8"?>
<Properties xmlns="http://schemas.openxmlformats.org/officeDocument/2006/extended-properties" xmlns:vt="http://schemas.openxmlformats.org/officeDocument/2006/docPropsVTypes">
  <TotalTime>8761</TotalTime>
  <Words>1252</Words>
  <Application>Microsoft Office PowerPoint</Application>
  <PresentationFormat>On-screen Show (16:9)</PresentationFormat>
  <Paragraphs>200</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Monotype Sorts</vt:lpstr>
      <vt:lpstr>SimSun</vt:lpstr>
      <vt:lpstr>Aptos</vt:lpstr>
      <vt:lpstr>Arial</vt:lpstr>
      <vt:lpstr>Consolas</vt:lpstr>
      <vt:lpstr>Courier New</vt:lpstr>
      <vt:lpstr>Times New Roman</vt:lpstr>
      <vt:lpstr>Simple Light</vt:lpstr>
      <vt:lpstr>Switch Statements</vt:lpstr>
      <vt:lpstr>Objectives: </vt:lpstr>
      <vt:lpstr>Motivating example using if-else</vt:lpstr>
      <vt:lpstr>Motivating example using switch statement</vt:lpstr>
      <vt:lpstr>switch Statement flow chart</vt:lpstr>
      <vt:lpstr>switch Statement Rules: expression and value  </vt:lpstr>
      <vt:lpstr>switch Statement Rules: break and default</vt:lpstr>
      <vt:lpstr>Textbook Example: 3.13</vt:lpstr>
      <vt:lpstr>Trace switch  Statement</vt:lpstr>
      <vt:lpstr>Trace switch  Statement</vt:lpstr>
      <vt:lpstr>Trace switch  Statement</vt:lpstr>
      <vt:lpstr>Trace switch  Statement</vt:lpstr>
      <vt:lpstr>Trace switch  Statement</vt:lpstr>
      <vt:lpstr>Trace switch  Statement</vt:lpstr>
      <vt:lpstr>PowerPoint Presentation</vt:lpstr>
      <vt:lpstr>Trace switch  Statement</vt:lpstr>
      <vt:lpstr>Trace switch  Statement</vt:lpstr>
      <vt:lpstr>Trace switch  Statement</vt:lpstr>
      <vt:lpstr>Trace switch  Statement</vt:lpstr>
      <vt:lpstr>Trace switch  Statement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于 心瑞 Xinrui YU</cp:lastModifiedBy>
  <cp:revision>264</cp:revision>
  <dcterms:modified xsi:type="dcterms:W3CDTF">2025-09-30T11:20:33Z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