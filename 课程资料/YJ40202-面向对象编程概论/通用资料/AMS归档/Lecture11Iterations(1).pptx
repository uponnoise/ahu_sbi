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slides/slide47.xml" ContentType="application/vnd.openxmlformats-officedocument.presentationml.slide+xml"/>
  <Override PartName="/ppt/notesSlides/notesSlide5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324" r:id="rId3"/>
    <p:sldId id="264" r:id="rId4"/>
    <p:sldId id="281" r:id="rId5"/>
    <p:sldId id="282" r:id="rId6"/>
    <p:sldId id="283" r:id="rId7"/>
    <p:sldId id="284" r:id="rId8"/>
    <p:sldId id="285" r:id="rId9"/>
    <p:sldId id="286" r:id="rId10"/>
    <p:sldId id="289" r:id="rId11"/>
    <p:sldId id="287" r:id="rId12"/>
    <p:sldId id="288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25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67707-36F3-453B-92E9-043C6E5E25B6}" v="4" dt="2025-10-15T08:58:55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135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96BCEF86-0CAA-4FD1-AA71-7F9A34AF1295}"/>
    <pc:docChg chg="undo custSel delSld modSld">
      <pc:chgData name="于 心瑞 Xinrui YU" userId="e6fcc6d4-2b88-4beb-95d7-57ae4d33a768" providerId="ADAL" clId="{96BCEF86-0CAA-4FD1-AA71-7F9A34AF1295}" dt="2025-03-09T13:11:30.363" v="136" actId="20577"/>
      <pc:docMkLst>
        <pc:docMk/>
      </pc:docMkLst>
      <pc:sldChg chg="addSp delSp modSp mod modNotesTx">
        <pc:chgData name="于 心瑞 Xinrui YU" userId="e6fcc6d4-2b88-4beb-95d7-57ae4d33a768" providerId="ADAL" clId="{96BCEF86-0CAA-4FD1-AA71-7F9A34AF1295}" dt="2025-03-09T12:33:52.708" v="89" actId="20577"/>
        <pc:sldMkLst>
          <pc:docMk/>
          <pc:sldMk cId="0" sldId="256"/>
        </pc:sldMkLst>
      </pc:sldChg>
      <pc:sldChg chg="del">
        <pc:chgData name="于 心瑞 Xinrui YU" userId="e6fcc6d4-2b88-4beb-95d7-57ae4d33a768" providerId="ADAL" clId="{96BCEF86-0CAA-4FD1-AA71-7F9A34AF1295}" dt="2025-03-09T07:12:36.159" v="2" actId="47"/>
        <pc:sldMkLst>
          <pc:docMk/>
          <pc:sldMk cId="0" sldId="260"/>
        </pc:sldMkLst>
      </pc:sldChg>
      <pc:sldChg chg="modSp mod modNotesTx">
        <pc:chgData name="于 心瑞 Xinrui YU" userId="e6fcc6d4-2b88-4beb-95d7-57ae4d33a768" providerId="ADAL" clId="{96BCEF86-0CAA-4FD1-AA71-7F9A34AF1295}" dt="2025-03-09T13:11:30.363" v="136" actId="20577"/>
        <pc:sldMkLst>
          <pc:docMk/>
          <pc:sldMk cId="559389097" sldId="321"/>
        </pc:sldMkLst>
      </pc:sldChg>
    </pc:docChg>
  </pc:docChgLst>
  <pc:docChgLst>
    <pc:chgData name="于 心瑞 Xinrui YU" userId="e6fcc6d4-2b88-4beb-95d7-57ae4d33a768" providerId="ADAL" clId="{252FDACC-9EA4-4653-8FA4-8A4B8AC96122}"/>
    <pc:docChg chg="custSel modSld">
      <pc:chgData name="于 心瑞 Xinrui YU" userId="e6fcc6d4-2b88-4beb-95d7-57ae4d33a768" providerId="ADAL" clId="{252FDACC-9EA4-4653-8FA4-8A4B8AC96122}" dt="2025-03-10T09:01:33.370" v="53" actId="20577"/>
      <pc:docMkLst>
        <pc:docMk/>
      </pc:docMkLst>
      <pc:sldChg chg="modNotesTx">
        <pc:chgData name="于 心瑞 Xinrui YU" userId="e6fcc6d4-2b88-4beb-95d7-57ae4d33a768" providerId="ADAL" clId="{252FDACC-9EA4-4653-8FA4-8A4B8AC96122}" dt="2025-03-10T06:46:34.170" v="28" actId="20577"/>
        <pc:sldMkLst>
          <pc:docMk/>
          <pc:sldMk cId="196149631" sldId="286"/>
        </pc:sldMkLst>
      </pc:sldChg>
      <pc:sldChg chg="modNotesTx">
        <pc:chgData name="于 心瑞 Xinrui YU" userId="e6fcc6d4-2b88-4beb-95d7-57ae4d33a768" providerId="ADAL" clId="{252FDACC-9EA4-4653-8FA4-8A4B8AC96122}" dt="2025-03-10T09:01:33.370" v="53" actId="20577"/>
        <pc:sldMkLst>
          <pc:docMk/>
          <pc:sldMk cId="2807941553" sldId="296"/>
        </pc:sldMkLst>
      </pc:sldChg>
    </pc:docChg>
  </pc:docChgLst>
  <pc:docChgLst>
    <pc:chgData name="于 心瑞 Xinrui YU" userId="e6fcc6d4-2b88-4beb-95d7-57ae4d33a768" providerId="ADAL" clId="{CFFA9A75-F840-4F6F-AF7D-069F806E1180}"/>
    <pc:docChg chg="custSel addSld modSld">
      <pc:chgData name="于 心瑞 Xinrui YU" userId="e6fcc6d4-2b88-4beb-95d7-57ae4d33a768" providerId="ADAL" clId="{CFFA9A75-F840-4F6F-AF7D-069F806E1180}" dt="2025-10-15T09:03:37.452" v="54" actId="20577"/>
      <pc:docMkLst>
        <pc:docMk/>
      </pc:docMkLst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777144925" sldId="281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777144925" sldId="281"/>
            <ac:inkMk id="4" creationId="{384844B0-04CA-C2A7-5F84-6A1C32C4BB21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1877413034" sldId="282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1877413034" sldId="282"/>
            <ac:inkMk id="4" creationId="{4E136B41-6673-568C-EF4A-1DCBF83DE870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3798249163" sldId="283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3798249163" sldId="283"/>
            <ac:inkMk id="4" creationId="{7AD05526-A080-D486-B448-E435197B79CA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1868768627" sldId="284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1868768627" sldId="284"/>
            <ac:inkMk id="4" creationId="{AD198386-1017-1CD4-C8C9-A0A7DF9B8764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3913931517" sldId="285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3913931517" sldId="285"/>
            <ac:inkMk id="4" creationId="{17EEC185-612C-A3A6-EEDC-0695B7DA1F38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196149631" sldId="286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196149631" sldId="286"/>
            <ac:inkMk id="3" creationId="{2526F234-10F4-58CD-B4A5-07359BE7847D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2919091266" sldId="287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2919091266" sldId="287"/>
            <ac:inkMk id="3" creationId="{4E35574F-9834-EDE6-4987-F03B9977AAAB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865107772" sldId="288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865107772" sldId="288"/>
            <ac:inkMk id="3" creationId="{C59C4C62-4535-3B44-50FF-D2EBB83BCC9B}"/>
          </ac:inkMkLst>
        </pc:inkChg>
      </pc:sldChg>
      <pc:sldChg chg="addSp">
        <pc:chgData name="于 心瑞 Xinrui YU" userId="e6fcc6d4-2b88-4beb-95d7-57ae4d33a768" providerId="ADAL" clId="{CFFA9A75-F840-4F6F-AF7D-069F806E1180}" dt="2025-10-15T08:58:32.414" v="1"/>
        <pc:sldMkLst>
          <pc:docMk/>
          <pc:sldMk cId="1696677730" sldId="300"/>
        </pc:sldMkLst>
        <pc:inkChg chg="add">
          <ac:chgData name="于 心瑞 Xinrui YU" userId="e6fcc6d4-2b88-4beb-95d7-57ae4d33a768" providerId="ADAL" clId="{CFFA9A75-F840-4F6F-AF7D-069F806E1180}" dt="2025-10-15T08:58:32.414" v="1"/>
          <ac:inkMkLst>
            <pc:docMk/>
            <pc:sldMk cId="1696677730" sldId="300"/>
            <ac:inkMk id="3" creationId="{E0FAC758-728D-CEB5-B970-39D437703D84}"/>
          </ac:inkMkLst>
        </pc:inkChg>
      </pc:sldChg>
      <pc:sldChg chg="addSp">
        <pc:chgData name="于 心瑞 Xinrui YU" userId="e6fcc6d4-2b88-4beb-95d7-57ae4d33a768" providerId="ADAL" clId="{CFFA9A75-F840-4F6F-AF7D-069F806E1180}" dt="2025-10-15T08:52:50.706" v="0"/>
        <pc:sldMkLst>
          <pc:docMk/>
          <pc:sldMk cId="749366628" sldId="324"/>
        </pc:sldMkLst>
        <pc:inkChg chg="add">
          <ac:chgData name="于 心瑞 Xinrui YU" userId="e6fcc6d4-2b88-4beb-95d7-57ae4d33a768" providerId="ADAL" clId="{CFFA9A75-F840-4F6F-AF7D-069F806E1180}" dt="2025-10-15T08:52:50.706" v="0"/>
          <ac:inkMkLst>
            <pc:docMk/>
            <pc:sldMk cId="749366628" sldId="324"/>
            <ac:inkMk id="4" creationId="{62EBC990-B02C-20C7-F534-717A71986527}"/>
          </ac:inkMkLst>
        </pc:inkChg>
      </pc:sldChg>
      <pc:sldChg chg="addSp modSp new mod modNotesTx">
        <pc:chgData name="于 心瑞 Xinrui YU" userId="e6fcc6d4-2b88-4beb-95d7-57ae4d33a768" providerId="ADAL" clId="{CFFA9A75-F840-4F6F-AF7D-069F806E1180}" dt="2025-10-15T09:03:37.452" v="54" actId="20577"/>
        <pc:sldMkLst>
          <pc:docMk/>
          <pc:sldMk cId="618733463" sldId="325"/>
        </pc:sldMkLst>
        <pc:graphicFrameChg chg="add mod">
          <ac:chgData name="于 心瑞 Xinrui YU" userId="e6fcc6d4-2b88-4beb-95d7-57ae4d33a768" providerId="ADAL" clId="{CFFA9A75-F840-4F6F-AF7D-069F806E1180}" dt="2025-10-15T08:58:55.034" v="5" actId="14100"/>
          <ac:graphicFrameMkLst>
            <pc:docMk/>
            <pc:sldMk cId="618733463" sldId="325"/>
            <ac:graphicFrameMk id="4" creationId="{380150D4-7D73-C04D-3F74-366622860337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37:19.5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1" units="1/dev"/>
        </inkml:channelProperties>
      </inkml:inkSource>
      <inkml:timestamp xml:id="ts1" timeString="2025-10-15T08:37:30.023"/>
    </inkml:context>
  </inkml:definitions>
  <inkml:trace contextRef="#ctx0" brushRef="#br0">6301 5395 116 0,'-16'-4'46'0,"16"4"-35"0,-12 0-2 0,12 0 0 15,0 0-6-15,-12 0 3 16,12 0-4-16,-4 0 6 16,8 4-5-16,-4-4 12 15,0 0-8-15,0 0 12 16,0 7-11-16,0-4 9 15,0 1-9-15,0-1 11 16,4 1-11-16,4-1 5 16,-8 0-8-16,4 1 4 15,4-1-5-15,0 1 9 16,0-1-7-16,7 1 10 16,1-1-9-16,7 1 12 15,5 3-11-15,7 0 14 16,1 3-13-16,11 1 7 15,-8-1-9-15,0 1 9 16,-4-1-9-16,5 1 10 16,-5-1-10-16,0 1 1 15,-4 2-5-15,1-2-2 0,-5 6 0 0,5-6 3 16,-13 3-2-16,5 0 8 16,-1 0-6-16,-7 0 10 15,4 3-8-15,-1 0 8 16,-7 1-8-16,-12-1-1 15,8 4-3-15,-8 0-2 16,0 4 1-16,-4 3 1 16,0 3-1-16,-4 7-1 15,4 1 1-15,-15 16-4 16,11 5 2-16,-12 13 1 16,12 0 0-16,-11 4 2 15,11-4-1-15,-4 4-5 16,0-7 2-16,1 6-3 15,7-6 2-15,-8 3 0 16,4-10 1-16,0 7 2 16,8-14 0-16,-8-1 0 15,8-9 0-15,-4-5 0 16,4-2 0-16,-11-1 0 16,11-3 0-16,-8 0 2 15,8-4-1-15,-8-3-3 16,8 0 1-16,0-3-1 15,0-1 0-15,-8 0 4 16,8-3-1-16,-4 0 2 0,4 0-2 0,0-3-1 16,0 2 1-16,-12-2-1 15,12-1 0-15,-3-3 2 16,3 0-1-16,-4-3-1 16,4-1 1-16,-4-3 3 15,4 0-2-15,-4-3 12 16,4-1-7-16,0 1 10 15,0-1-10-15,-8-3 5 16,4 4-7-16,-4-4 4 16,4 3-5-16,-8 0 0 15,9 4-2-15,-13 0 3 16,4 4-3-16,-15-4 1 16,-1 3-1-16,-11 1-2 15,8-1 1-15,-13-3 3 16,13 0-2-16,-8-3 12 15,11 3-7-15,-11-7 7 16,12 3-7-16,-1-6 2 16,5 3-5-16,-5-4-2 15,13 4-1-15,-5-3-4 16,12-1 2-16,-11 1 1 16,11 3 0-16,-4 0-7 15,12 7 4-15,-12 0-21 16,12 3 14-16,-12 1-47 15,12-1 32-15,-3 1-105 16,6-1 72-16,-3 0-121 16,12 1 101-16</inkml:trace>
  <inkml:trace contextRef="#ctx0" brushRef="#br0" timeOffset="881.78">803 5457 192 0,'11'-14'74'0,"-11"14"-58"0,12-10 7 0,-8 6 7 31,8 8-18-31,0-4 8 0,3 3-12 16,1-3 4-16,8 4-7 0,3-1 0 16,4 4-3-16,5-3 3 15,3 3-3-15,0-4 6 16,-11 4-5-16,3 0-23 15,-4 4 11-15,-7-1-99 16,-4 4 60-16,-20 4-72 16,-4 3 69-16</inkml:trace>
  <inkml:trace contextRef="#ctx0" brushRef="#br0" timeOffset="1598.58">897 5586 112 0,'-12'-17'44'0,"12"17"-35"0,-4-7 5 0,-4 3 8 16,8 4-14-16,-4-3 19 15,4 0-15-15,-11-4 18 16,11 7-17-16,-4 0 13 16,4 3-15-16,-8 7 15 15,16 4-16-15,-8 11 13 16,0 3-13-16,0 14 2 15,0-1-8-15,-8 15 0 16,8 0-2-16,-4 21 3 16,4-1-3-16,0 15-1 15,-8-4 0-15,4 7-1 16,0-13 0-16,-8 2 2 0,5-9-1 16,-1 6-3-16,-4-11 1 0,0 8 1 15,12-11 0-15,-12 1 4 16,9-12-2-16,-9-2 12 15,12-11-7-15,0-8 12 16,0-2-11-16,0-8 7 16,0-3-8-16,4-3 2 15,4-1-5-15,-5-3-2 16,1 3-1-16,4 1-1 16,4-1 0-16,0-3 4 15,-4 4-2-15,-1-4 6 16,5 3-5-16,-8-3 6 15,8 0-6-15,-8-4 12 16,8 1-8-16,-1-4 10 16,1 0-10-16,-8-7 5 15,8 3-7-15,0-6 9 16,3 3-8-16,9-7 3 16,-9 3-5-16,9-3 0 15,3 4-2-15,1-4 1 16,-1 7-2-16,5-7 4 15,3 7-3-15,-8-7-1 16,9 7 0-16,-5-7-4 16,-3 7 2-16,7-3-1 15,-8 3 0-15,1-4 6 16,-9 8-2-16,5-4 4 0,-8 3-4 0,-5 1 1 16,1-1-1-16,-8 1-19 15,4 2 9-15,-16 1-140 16,4 4 82-16,-8-4-138 15,8 0 116-15</inkml:trace>
  <inkml:trace contextRef="#ctx0" brushRef="#br0" timeOffset="8454.35">5018 7159 208 0,'-23'-21'77'0,"23"21"-60"0,-12-14 26 0,8 7 25 16,4 7-38-16,-8-3 15 15,4 3-28-15,0 0 4 16,4 7-12-16,-11 0 3 15,11 3-7-15,0 1 11 16,11-1-9-16,-3-3 21 16,12 0-16-16,19-7 19 15,4 0-18-15,24-4 7 16,3 1-12-16,25-4 2 16,-5 0-6-16,27 0 0 15,-7 4-2-15,20-1-2 16,-9 4 1-16,16 0 3 15,-7 7-2-15,19-3 8 16,-12 3-6-16,24-1 3 16,-8 1-4-16,8 0-4 15,-12 0 0-15,15 0 5 16,-11 0-2-16,12-3 1 16,-12 3-1-16,12-4 1 15,-20 4-2-15,0-3 6 16,-16-1-4-16,4 1 8 15,-15-1-7-15,-8 1 3 16,-12-1-4-16,-16-3 3 16,-15 4-4-16,-12-4 4 15,-8 0-4-15,-12 0-10 16,-3 0 5-16,-17 0-57 0,1 3 33 0,-16-3-153 16,-4 0 100-16,-16 0-128 15,5 4 119-15</inkml:trace>
  <inkml:trace contextRef="#ctx0" brushRef="#br0" timeOffset="8904.87">9034 6695 228 0,'-43'-17'85'0,"43"17"-66"0,-59-7 21 0,35 3 20 16,13 8-34-16,-13-4 19 16,12 3-28-16,-7 1 20 15,11 3-21-15,4 0 16 16,8 0-18-16,12 3 8 15,7 1-13-15,16 6 6 16,4 1-8-16,8 2 4 16,8 8-6-16,16-3 9 15,-1 3-8-15,9 0 8 16,-9 3-8-16,-3 4 19 16,-9-4-14-16,-11 8 23 0,-11-5-19 15,-21 8 11-15,-3 0-16 0,-32 14 2 16,-7-4-8-16,-36 11 2 15,0-4-3-15,-31 7-2 16,7-10 0-16,-22-3-34 16,7-8 18-16,-12-7-25 15,12-6-76-15,31-18-147 16,4 3 139-16</inkml:trace>
  <inkml:trace contextRef="#ctx1" brushRef="#br0">13379 10374 0,'0'0'15</inkml:trace>
  <inkml:trace contextRef="#ctx0" brushRef="#br0" timeOffset="10990.26">10516 6479 264 0,'-19'-3'99'0,"19"3"-77"0,-16-4 20 0,12 1 14 15,4 6-31-15,-4-3 3 16,0 7-18-16,4 4 10 16,8 6-12-16,8 11 14 15,7 0-13-15,20 17 3 16,4 4-8-16,12 21 2 15,-4-1-3-15,8 12-8 16,-8-8 2-16,0 10-10 16,-8-9 8-16,4 6 2 15,-4-7 2-15,0-3-2 16,-4-4 2-16,-4-7 1 16,-8-10 0-16,-3-3 0 15,-5-8 0-15,-7-3-36 16,-4-4 20-16,-8-10-79 15,0 0 53-15,-8-14-114 16,4-4 89-16</inkml:trace>
  <inkml:trace contextRef="#ctx0" brushRef="#br0" timeOffset="11274.5">11481 6639 324 0,'0'-10'121'0,"0"10"-95"0,-4 14 22 0,-8 3 18 15,4 8-38-15,-27 24 11 16,0 10-24-16,-28 21 2 16,8-3-9-16,-19 17-1 15,7-7-4-15,-15 7-2 31,11-10 0-31,-11 7-1 0,15-18 0 0,-8-7-25 16,24-14 14-16,4-6-83 16,12-11 52-16,8-14-152 15,11-4 109-15</inkml:trace>
  <inkml:trace contextRef="#ctx0" brushRef="#br0" timeOffset="11556.74">10967 6409 324 0,'-8'-42'121'0,"8"42"-95"0,-8-20 22 16,1 13 14 0,7 7-36-16,-8 3-4 15,4 4-15-15,-4 3-6 0,4 8-2 0,4 3-34 16,8 3 18-16,8 4-166 16,3 0 101-16</inkml:trace>
  <inkml:trace contextRef="#ctx0" brushRef="#br0" timeOffset="11840.7">11132 7804 392 0,'-4'0'145'0,"4"0"-112"0,-4 0-3 16,0 0-10 0,8 0-15-16,-4 0-29 15,0 0 12-15,0 0-112 16,0 0 69-16,4 0-124 15,0 4 101-15</inkml:trace>
  <inkml:trace contextRef="#ctx0" brushRef="#br0" timeOffset="12074.35">10563 7107 288 0,'-12'-7'107'0,"12"7"-83"0,-7 14 21 0,3-7 14 16,4 3-35-16,-8 1 0 16,8 3-15-16,0-1-50 15,8 1 22-15,7-7-154 16,5 4 96-16</inkml:trace>
  <inkml:trace contextRef="#ctx0" brushRef="#br0" timeOffset="12315.9">12073 7298 344 0,'-20'-10'129'0,"20"10"-100"0,-19 0 37 16,7 0 26-1,4 0-51-15,-11 0-2 16,7 0-26-16,-8 0-12 0,8 0-2 0,1-3-81 16,7 3 44-16,12-4-186 15,7 4 124-15</inkml:trace>
  <inkml:trace contextRef="#ctx1" brushRef="#br0" timeOffset="37126.55">11085 13118 0,'0'0'0,"-287"-7"15,287 7 1,0 0-16,-745-21 16</inkml:trace>
  <inkml:trace contextRef="#ctx0" brushRef="#br0" timeOffset="48311.06">1940 8055 116 0,'-20'-17'44'0,"20"17"-35"0,-27-11 23 0,7 8 19 16,8 6-27-16,-19-3 15 16,4 7-24-16,-16 0 12 15,3 4-16-15,-19 6 4 16,16 1-10-16,-8 9-2 16,8 5-2-16,0 13-4 15,4 4 2-15,0 28-4 16,15-1 3-16,5 43-3 15,7 3 2-15,12 35 0 16,12-7 1-16,19 24 2 16,4-13 0-16,36-1 0 15,-5-21 0-15,29-6 0 0,-5-21 0 16,31-8-3-16,-11-17 2 0,39-6 1 16,-8-12 0-16,36-9 6 15,-9-15-3-15,32-14 6 16,-11-10-6-16,50-14 3 15,8-10-5-15,-12-15-1 16,4-6 0-16,-7-11 0 16,-17-10 0-16,5-8 13 0,-12-13 6 15,-28-11 2-15,-27-10-1 16,-12-3 1-16,-23-5-1 16,-24 5 2-16,-23-4 1 15,-32-11-4-15,-23-24-1 16,-28 3-8-16,-20 4-2 15,-34 0-6-15,-28-7-2 16,-24 7 0-16,-4 11 2 0,-34 6-1 16,-9 14-1-16,4 8-2 15,-19 13 1-15,-1 7 1 16,-3 14 0-16,0 8 0 16,-8 9 0-16,11 15 0 31,9 3 0-31,-28 10-3 15,35 11 2-15,-47 11 1 16,36 6 0-16,-12 8-3 16,27 6 2-16,-24 7-1 0,13-3-15 15,39-7-35-15,11 3 28 0,12 11-18 16,12 3-48-16,28 8-21 16,7 6 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39:44.9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1" units="1/dev"/>
        </inkml:channelProperties>
      </inkml:inkSource>
      <inkml:timestamp xml:id="ts1" timeString="2025-10-15T08:39:54.773"/>
    </inkml:context>
  </inkml:definitions>
  <inkml:trace contextRef="#ctx0" brushRef="#br0">3944 3006 84 0,'-67'10'33'0,"36"4"-26"0,-12 0 11 0,19-3 4 16,-3 3-8-16,-13 0-1 15,-3 0-5-15,-8-4 0 16,0 1 6-16,-4-8 5 16,12-3 8-16,-4 0 6 15,16-3-18-15,3-1 14 0,5-3 5 16,11 0-5-16,8 4 0 16,8-8-10-16,12 4-1 0,7 7-9 15,13-7-3-15,11 7-3 16,11-3-3-16,1 3-2 15,16-4 1-15,7 1 1 16,16 3 0-16,16-7 0 16,-4 3 0-16,23 1 6 15,16 3 4-15,-4 0 1 16,12 0 3-16,12 7-3 16,-1 0-1-16,9 0-6 15,11 3-3-15,-4 1 6 16,12-4 5-16,-3 0-2 15,3-4 0-15,-4 4 0 16,8-7 1-16,0 4-1 0,-16-1 1 16,12 8-6-1,-16-8-1-15,-7 7-2 16,-4 4 1-16,31 7-2 0,-16 0 2 16,-31 4-4-16,-16-4-2 15,-11-4 10-15,-9 0 5 16,-7-6-3-16,-4-4-1 15,-24 0-4-15,-11-7-3 16,-12 0 2-16,-8-4 2 16,-16 1-15-16,-4-4-8 15,-11-4-62-15,-8-2-25 16</inkml:trace>
  <inkml:trace contextRef="#ctx1" brushRef="#br0">12065 8243 0,'0'0'0,"0"0"16,0 0-16,0 0 15,106 46 1,-63-22-16,-43-24 15,0 0-15,0 0 16</inkml:trace>
  <inkml:trace contextRef="#ctx0" brushRef="#br0" timeOffset="10761.92">10308 4192 204 0,'-15'3'77'16,"7"4"-60"-16,0-3 19 0,4-4 7 0,0 3-13 15,-4-3 4 1,4 3-20-16,-7 1 6 15,7-1-12-15,-4 1 13 16,8-1-12-16,-4 1 18 16,4 6-15-16,-4-10 13 15,8 0-14-15,-4 0 10 16,8 4-12-16,0-4 6 16,-1 3-8-16,1-3 2 15,4 0-5-15,4 0 5 16,-1 0-6-16,1 0 1 15,4 0-2-15,3 0 1 0,1 4-2 0,7 3 2 16,4-7-2-16,5 3 8 16,3 4-5-16,8 0 8 15,0 0-8-15,4 0 3 16,-1 4-4-16,13-1 5 16,-8 1-5-16,15 3 6 15,1-1-6-15,11 1 12 16,-3 4-8-16,3-11 12 15,-12 3-11-15,17-3 5 16,-1 0-8-16,39-3 7 16,-3 3-8-16,11-4 3 15,-16 1-4-15,13-4 0 16,-17 3-1-16,17-3 1 16,-17 0-2-16,17 0 4 15,-13 0-3-15,13 0 1 16,-17 0-1-16,9 0-2 15,-12 4 1-15,3-4-1 16,-11 3 0-16,106 4 8 31,-24-7-4-15,-51-3-1 0,-3 3-2-16,-13-4 1 15,-15 1-1-15,4-4 2 16,-16 7-2-16,0-7-1 15,-12 7 1-15,-3-7-4 16,-5 7 2-16,-3-4 1 0,0 4 0 0,-5 0 0 16,-3 0 0-16,0 0 2 15,-4 0-1-15,-5 0-1 0,-7 0 3 16,-3 0-2-16,-5 0-1 16,-8 0 1-16,-3 0 1 15,-9 0-1-15,-3 0 2 16,-4 0 0-16,-1 0 1 15,-3 0-5-15,-8 0 1 16,0 0-9-16,-4 0-2 16,-3 0-36-16,-5 0-16 15,-12 4-94-15,-15 3-38 16,-8-4 28 0</inkml:trace>
  <inkml:trace contextRef="#ctx0" brushRef="#br0" timeOffset="12846.87">18006 4293 228 0,'0'-4'85'0,"4"4"-66"0,0 4 14 16,-4-4 2-16,8 0-14 16,-4 0-2-16,0-4 0 15,3 4 0-15,1-3-10 16,4-1 3-16,-4 4 4 0,0 0 1 15,7 0 1-15,13 0-3 16,3 0 1-16,5 0-5 0,7 7-1 16,8 0-4-1,8 4 1-15,7-1-4 0,5 1 0 16,3-4 1-16,13 0 2 16,7-1 6-16,15 1 2 15,-3 0-5-15,12 0-1 16,7-3 2-16,13 3 4 15,-1 0-2-15,0-4 1 16,12 1-7-16,8-1-2 16,-4 1-2-16,8-4-2 15,0 0 3-15,3 0 2 16,-7-4-2-16,8 1 0 16,3 3 1-16,-7 0 2 15,-8-4-3-15,0 4-2 16,-4 4 0-16,-8 3 1 0,-15 0 1 15,-9 0 1-15,-3 3-5 16,-8 1-1-16,-12 3 3 16,8 3 3-16,-20 0-3 15,-11-3-1-15,-12 4 0 16,-12-11 2-16,-16 3-1 16,-3-3 2-16,-13-3-2 15,-3-1-1-15,-4-3-10 16,-8-3-4-16,0 3-20 15,-12-7-7-15,-7 0-37 16,-9-4-12-16</inkml:trace>
  <inkml:trace contextRef="#ctx0" brushRef="#br0" timeOffset="14515.44">2214 4683 96 0,'0'0'38'0,"0"4"-29"0,0 3 8 0,0 0 2 16,0-4-3-16,0 4 1 15,0 0-5-15,0-7 0 16,0 7-1-16,0 0 3 15,4-3-7-15,0 3 2 0,4-4 2 16,-4 7-2-16,4-6 0 16,4 3 1-16,-8 0 1 15,7 0 1-15,5-4 2 16,8 4 2-16,-9-3 2 16,9 3-8-16,3-4-1 15,-7 1-3-15,7-1 1 16,5-3 0-16,-1-3 3 15,8-1 4-15,0 1 3 16,16-1-3-16,0-3 2 16,12 0-5-16,7 0 1 0,-7-3-1 15,0-1 1-15,3 1-2 16,1 0-1-16,7-1-5 16,5 1-1-16,3 3-1 15,-12 0 1-15,1 3-2 16,3 1 2-16,-11 3-2 15,0 0-1-15,-1 3 1 16,1 1-1-16,-8-1 0 16,4 4 0-16,-5 0 0 15,1 0 2-15,-16 0-1 16,1 0-1-16,-5-3-2 16,0-1 1-16,-4 0 1 15,-3 4 2-15,3-7-1 16,-8 4 2-16,-7-1-2 0,4 1-1 15,-1 3 1-15,-7-7-1 16,-5 3 0-16,1 1 0 16,-8-1-25-16,0 1-8 15,-4 3-54-15,0 3-21 16,-8 8-12 0</inkml:trace>
  <inkml:trace contextRef="#ctx0" brushRef="#br0" timeOffset="72522.75">5610 10116 176 0,'-11'-17'68'0,"11"13"-52"0,0-3 6 0,0 7-1 15,0 0-5-15,0 0 3 0,-4 4-4 16,0 3 1-16,-4 3-9 16,4 0 2-16,-4 1 4 0,4-4 2 15,0 0 3-15,4-7-1 16,4 3 1-16,8-3 2 16,8-3 2-16,-1-1-6 15,13 1 1-15,3-4-4 16,8 3 2-16,12 1-6 15,8-1-3-15,-8 1-3 16,3-1-3-16,5 1 1 16,4 0 1-16,11-1-1 15,12 4-1-15,5 0 1 16,-9 0 1-16,4 0 1 16,16 0 1-16,0 0-2 15,0 4 1-15,-4-1 2 0,-4 0 4 16,-4 1 0-16,4 3 0 15,4 0-5-15,0 3-1 16,-4-3 1-16,-4 0 0 16,-27 0-5-16,15-3 1 15,0-4 0-15,-3 3 0 16,-5-3 4-16,-3 4 2 16,-16-4-7-16,3 3-1 15,-7 1 2-15,-7-1 2 16,-9 1 0-16,-4-1-2 15,-7 1 1-15,-5-1 1 0,-3 1-1 16,-4-1 2-16,-4 1-20 16,-8-4-8-1,0 7-40-15,-8 0-18 0,-12 3-72 16</inkml:trace>
  <inkml:trace contextRef="#ctx1" brushRef="#br0" timeOffset="72221.98">10234 13463 0,'0'0'0,"0"0"16,0 0-1,-20 98-15,16-80 16,-4-11 0,1 3-16,-1-7 15,8-3 1,0 0-16,-8 18 15,8-18 1,0 0-16,0 0 16,35-7-16,-31 17 15,0 4 1,-8-7-16,-4 0 16,8 0-1,12-7-15,-12 4 16,0-4-16,27-4 15</inkml:trace>
  <inkml:trace contextRef="#ctx0" brushRef="#br0" timeOffset="82500.42">3779 8383 132 0,'0'-31'52'0,"-4"27"-41"0,-8-3 13 16,5 4 18-1,7 6-24-15,-4-3 16 0,-8 0-20 0,-4 0 12 32,8 4-15-32,-7-1 8 0,3 8-11 0,-8 2 0 15,9 5-5-15,-17 20-4 16,5 4 0 0,-5 31-1-16,12 4 0 15,-11 31 4-15,-1-3-1 0,5 24 2 16,7-11-2-16,-3 25-1 15,15-14 1-15,0 14-4 16,8-17 2-16,0 6 5 16,7-13-2-16,1-1-1 15,4-16 0-15,3-5 1 16,1-13-1-16,4-11 13 16,-1-10-8-16,-7-7 4 15,11-11-6-15,-11-7 0 16,8-6-2-16,-13-8 3 15,5-6-3-15,-4-4-3 16,3-1 0-16,-11-6-39 16,4 4 22-16,-8-8-116 15,4 1 74-15</inkml:trace>
  <inkml:trace contextRef="#ctx0" brushRef="#br0" timeOffset="82950.96">3756 10266 140 0,'-4'-14'55'0,"4"14"-43"0,0-10 10 0,0 6 8 15,0 4-18-15,0-3 4 16,0 6-11-16,4-3 2 16,7 4-4-16,1-1-2 15,0 7 0-15,7 4 3 16,1 0-2-16,0 4 1 16,-1-1-1-16,-3 4 12 15,4 0-8-15,-9 0 26 16,9 0-18-16,-20 7 27 15,4-4-23-15,-8 1 26 16,-4-4-25-16,-8-1 19 16,1 5-22-16,-13-4 14 15,9 0-17-15,-13-4 4 16,5-3-10-16,-24-3-2 16,8-1-3-16,-20-6-35 15,8 2 19-15,-12-6-152 16,16 4 92-16,-3-8-91 0,10 4 77 15,5-3 31-15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41:29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11081 7114 252 0,'35'-14'93'0,"-15"10"-72"0,11 4 18 0,-15 0 3 0,3 0-11 16,5 0-3-16,7 0-8 16,5 0 0-1,3 0-11-15,8-3 12 0,8-1 6 16,15 1 1-16,17-4 3 0,11 0-13 15,4 0-3-15,15 3-7 16,9 4 0-16,7 0-7 16,0 4-1-16,5 3 0 15,11 3 2-15,4 1 5 16,7-1 4-16,9 1 0 16,11-1 3-16,1-3-3 15,15 0 1-15,8-3-3 16,4-1 0-16,3 1-3 15,1-1-1-15,4-3-3 16,3 0-2-16,-7 0 5 16,0-3 1-16,0 3-2 0,-20 0-1 15,-4 0 1-15,0 0 0 16,-7 0-2-16,-21 0-2 16,-11 0-2-16,-3 0 1 15,-13 0 3-15,-8 3 3 16,-19-3-4-16,-16 0-1 15,-15 0 0-15,-16 0 2 16,0 0-19-16,-20 0-6 16,-16-3-23-16,-11-1-11 15,-16 1-54-15,-15 3-23 16,-21 0-27-16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42:35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1163 2452 156 0,'-23'-25'57'0,"19"36"-44"0,0-4 16 15,-4 0 4-15,8-4-1 16,-4 4 3-16,4 0-2 16,-8 0 2-16,8 3-19 15,0 1 0-15,0-1-2 0,8 1-3 16,-4-1 1-16,8 1-1 15,0-1 1-15,7 8 2 16,1-4 2-16,7-4-3 16,-7 1 2-16,11 2-2 0,1-6 0 15,11 4-5 1,8 3 0-16,16 0-3 0,-1 3 2 16,1 1-6-16,3-1-1 15,5 1 0-15,15-1 0 16,4 0 2-16,16-3 1 15,-4 0-1-15,4 0 1 16,19 0 0-16,16-3 3 16,-7-1 1-16,7 4 3 15,4-7-3-15,11 7 1 16,-11 0-7-16,8 0-3 16,8 0 1-16,4 3 2 15,-9-3-2-15,13 4 0 16,3-1 1-16,1-10 2 0,15 7 1 15,8 0 1-15,27 0-2 16,5-4-2-16,3 1 1 16,-15-4-1-16,7 0 2 15,-7 3 1-15,3-10 1 16,13 11 0-16,-13-4-5 16,5-4 1-16,-5 11 2 15,1-14 1-15,15 11 1 16,-20-4 0-16,9 0-2 15,-1 6-2-15,-27 1 1 32,0-3-1-32,16 3 2 15,-24 3-1-15,28 1 2 16,-24-1-2-16,35-6-1 0,-39 3 1 0,24-8 3 16,-28 5-2-16,20-8 6 15,-20 4-5-15,16-7 8 16,-27 0-7-16,15-3 5 15,-24 3-5-15,21-7 0 16,-32 0-2-16,11-3-2 16,-27 6 1-16,8-6 1 15,-19 6-1-15,-1-3 4 16,-15 7-3-16,-8 0-3 16,-20 7 0-16,-15-3-32 15,-16 6 18-15,-12 0-102 16,-12 4 65-16,-15 0-160 15,-8 4 119-15</inkml:trace>
  <inkml:trace contextRef="#ctx0" brushRef="#br0" timeOffset="6994.45">1309 10189 184 0,'0'0'71'0,"0"0"-55"0,0-3 17 0,0-1 20 16,11 4-30-16,-7-3 18 15,8 3-25-15,0-7 23 16,7 3-23-16,9-3 13 16,3 7-18-16,4-3 4 15,5 6-10-15,11 1 2 16,0 3-4-16,7 0 3 15,1 3-4-15,12 1 8 16,-4 3-6-16,23-4 10 16,-8 4-8-16,24-4 10 15,-20 1-9-15,28-4 5 16,-20 3-7-16,28 1 7 16,-13 3-8-16,21 0 8 0,-12 3-8 0,19-6 5 15,-8 3-5-15,20-7 5 16,-12 0-6-16,32-7 1 15,-20 0-2-15,24-7 1 16,-13 3-2-16,17-6 2 16,-16 6-2-16,35 1 2 15,-36 3-2-15,33 0 2 16,-21 3-2-16,24 1-1 16,-23 6 1-16,39-3-4 15,-24 4 2-15,31-1 3 16,-19 0-1-16,32-6 4 15,-24 3-3-15,50 0 10 16,-22-4-6-16,38-3 10 16,-31 0-9-16,28 0 3 15,-40 4-6-15,28-1-2 16,-28 4-1-16,20-3-1 16,-31 3 0-16,31-4 0 15,-31 1 0-15,31-4 4 16,-28 0-2-16,32-7 4 15,-31 3-4-15,30 1-1 16,-38 3 0-16,27 0 1 16,-35 3-1-16,35 1-3 15,-31-1 1-15,39 1 1 16,-31-1 0-16,38-6 2 16,-26-1-1-16,27-6-1 0,-32-1 1 15,32-10 5-15,-32 7-3 0,28-3 3 16,-31 7-3-16,27-1-2 15,-32 4 0-15,24 0-1 16,-31 4 0-16,19-1-3 16,-34 8 2-16,34-4-1 15,-35 0 0-15,31-4 4 16,-27 4-1-16,20-7 4 16,-28 4-3-16,20-4-1 15,-32 7 0-15,16-4 1 16,-23 4-1-16,11-3 2 15,-27 3-2-15,8-4 2 16,-20 8-2-16,8-4 2 16,-20 0-2-16,0 0-1 15,-23 0 1-15,4 0 1 16,-24 0-1-16,-4 0-1 16,-11 3 1-16,-12-3-15 15,-8 4 8-15,-16-4-63 16,-8 3 38-16,-23-3-205 15,-4 0 131-15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1" units="1/dev"/>
        </inkml:channelProperties>
      </inkml:inkSource>
      <inkml:timestamp xml:id="ts0" timeString="2025-10-15T08:43:15.1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10-15T08:44:20.988"/>
    </inkml:context>
  </inkml:definitions>
  <inkml:trace contextRef="#ctx0" brushRef="#br0">15336 8250 0,'0'0'16,"0"0"-1,0 0 1</inkml:trace>
  <inkml:trace contextRef="#ctx0" brushRef="#br0" timeOffset="64708.91">15230 12152 0,'0'0'0,"0"0"15</inkml:trace>
  <inkml:trace contextRef="#ctx1" brushRef="#br0">9289 6685 200 0,'-8'-39'74'0,"8"39"-58"0,-4-7 27 0,0 4 29 16,4 6-39-16,-4-3 10 15,4 4-26-15,-4-4-3 16,4 3-9-16,4-3-80 16,4 0 41-16,8-3-130 15,7 3 92-15</inkml:trace>
  <inkml:trace contextRef="#ctx0" brushRef="#br0">20214 9722 0,'0'0'0,"0"0"15,0 0-15,0 0 16,0 0-1,0 0-15,102-115 16,-43 66 0,-59 49-16,0 0 15,94-80 1,-35 48-16</inkml:trace>
  <inkml:trace contextRef="#ctx1" brushRef="#br0" timeOffset="104020.72">15759 5994 372 0,'-12'-10'140'0,"12"10"-109"0,-4-7 2 0,1 3-6 16,6 8-19-16,-3-4-33 15,4 7 13-15,0 0-163 16,8 7 96-16</inkml:trace>
  <inkml:trace contextRef="#ctx1" brushRef="#br0" timeOffset="146195.73">8681 12177 184 0,'-47'52'71'0,"35"-34"-55"0,-11 2 13 0,19-13 4 16,-8-3-13-16,4-8-3 16,0-3-8-16,4-10-1 15,0-14-5-15,0-4 7 0,0-4 5 16,4 5-1-16,0 2 2 15,0 8 0-15,4 6 2 16,0 4-1-16,4 4-1 16,4 3-2-16,4 3 1 15,11 1-4-15,1-1-1 16,15 1 0-16,12-1 4 16,7-2-4-16,1-1 0 15,4-4-4-15,7 1 1 0,12 3-4 16,13 3 0-16,6 1 3 15,5-1 3-15,16 1 0 16,23-1 2-16,4-3-2 16,7-3 0-16,21-1-1 15,-1 1 2-15,1-1-3 16,15 4-2-16,-4 4 0 16,-4-1 1-16,8 4-1 15,-8 0 2-15,-7 0-4 16,7 4-2-16,-8 3-3 15,-15 0 1-15,-4 0 5 16,-4 3 2-16,27 1-2 16,-23 3-1-16,-28-4 3 15,-11-3 1-15,-13 0 1 16,-7 0 2-16,-15 0-5 0,-13-3-3 16,-11-1 1-16,-12 1 0 15,-12-4 1-15,-11 0 0 16,-17-4 0-1,-18-3-22-15,-13-3-10 16,-15-4-39-16,-9 0-15 16,-7 3-107-1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47:03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4312 5154 164 0,'-15'-31'63'0,"15"24"-49"0,-12 0 5 0,12 7-2 16,0 0-8-16,4 7-3 15,4 7 5-15,0 6 5 16,11 1-8-16,9 4 7 0,11-1 2 0,8 1-3 15,31 3 0-15,16-11-6 16,1 4-3-16,18-4 0 16,13 1-1-1,7-4 2-15,0-7 1 0,9 0 1 16,-5-4 0-16,0 1-2 16,-11-1 1-16,-21-3-4 15,1 0 0-15,-4 0 1 16,0 4 0-16,-15-1-5 15,-1 1 1-15,-20 3 2 16,-7-7 1-16,-12 3-4 16,-11 1 1-16,-5-1-33 15,-4 1-13-15,-15-1-41 16,4 4-48-16,-36 3 39 16</inkml:trace>
  <inkml:trace contextRef="#ctx0" brushRef="#br0" timeOffset="567.22">4457 5987 156 0,'0'0'60'0,"0"0"-47"0,0 0 13 16,0 0 11-1,0 4-20-15,4-1 13 16,8 4-17-16,12 4 12 16,3 3-14-16,20 3 10 15,12 4-12-15,12-3 0 16,7 2-6-16,40-6 0 16,-9 0-1-16,37-7-2 0,-9-3 1 15,31-11 10-15,-19 3-6 0,24-10 15 16,-24 7-11-16,12-3 9 15,-16 3-10-15,0 0 4 16,-23 4-7-16,11-1 7 16,-27 8-8-16,0-1 1 15,-12 7-3-15,-20-3 1 16,-7 4-2-16,-8-4 2 16,-16 3-2-16,-8-3-18 15,-7 0 9-15,-9 0-58 16,-3 0 36-16,-12 0-110 15,-4 0 78-15,-12-3-64 16,-4 6 73-16</inkml:trace>
  <inkml:trace contextRef="#ctx0" brushRef="#br0" timeOffset="1117.65">4077 7002 124 0,'0'0'49'0,"0"0"-38"0,0 4 17 0,0-1 17 15,8 1-24-15,-8-1 14 16,4 1-21-16,4 2 21 16,7 1-20-16,1-3 19 15,8 3-19-15,7-7 12 16,4 0-16-16,16-4 10 16,-8 1-12-16,24-4 0 15,0 7-6-15,11 0 0 16,1 7-1-16,-5 0-2 15,1 0 1-15,-5 3-1 16,-3 1 0-16,7-1-7 16,-15 1 4-16,4-4-32 15,-4 3 20-15,-12 1-67 16,-4-1 46-16,-16-3-92 16,-3 4 73-16</inkml:trace>
  <inkml:trace contextRef="#ctx0" brushRef="#br0" timeOffset="35703.91">3944 10074 156 0,'-8'7'60'0,"0"-3"-47"0,-4-8 26 0,8 4 9 0,4 0-6 16,-11 0 0-16,7-3-9 16,-8-1-3-16,0 4-16 15,0 0 4-15,1 4 5 0,3 3-3 16,-12 0-2-16,8 0-2 16,5 3 0-16,-5-3 0 15,0 0 0-15,-4-4-2 16,9 1 1-16,3-4-2 15,-4 0 0-15,4 0-5 16,4-4-3-16,0 1 0 31,0 3-3-31,0-4 3 0,4 4-3 0,4-3 4 16,-8 6-4-16,11-3 1 16,-7 0-1-16,8-3 1 15,4 3-2-15,7-4 2 16,5 4-2-16,-1-3 2 15,12 0-2-15,5-4 6 16,3 7-4-16,7-4-1 16,-6 4-1-16,3 0-4 15,-4 4 2-15,7-1 1 16,-6 1 0-16,10-1 2 16,1 4-1-16,16 3 2 15,-9 1-2-15,9-1-1 16,-8 1 1-16,11-1-1 15,-4 1 0-15,21 3-3 16,-13 0 2-16,16 0-1 16,-12 3 0-16,20-3 2 15,-20 3 0-15,28-6 4 16,-8 3-2-16,16-4 4 16,-17 1-4-16,21-4 1 15,-8 3-1-15,15-3 1 16,-12 4-2-16,25-4-1 15,-25 3 1-15,24-3-1 16,-11 3 0-16,11-3 2 16,-8 0-1-16,20 0 2 15,-16 4-2-15,24-4-1 0,-12 0 1 16,15 0 1-16,-23 3-1 0,24-3-1 16,-16 4 1-16,19-1 1 15,-11 4-1-15,16-3 4 16,-17 2-3-16,25-6 6 15,-17 4-5-15,21-11 6 16,-17 3-6-16,24-6 1 16,-19 3-2-16,30-7 1 15,-22 3-2-15,23-3-1 16,-28 4 1-16,47-7-1 16,-19 6 0-16,32-6 0 15,-29 6 0-15,13 1 2 16,-32 3-1-16,28-4 2 15,-28 8-2-15,31-4 2 16,-27 3-2-16,20 1-3 16,-32 3 1-16,32-4 1 15,-24 4 0-15,24-3 2 16,-28 2-1-16,20 1 2 16,-28 0-2-16,32 0-1 15,-32 4 1-15,24-4-1 16,-27 3 0-16,15-3 2 15,-27 4-1-15,27-4 2 16,-24 3-2-16,9-3 2 16,-24 0-2-16,15-3 2 15,-19-1-2-15,12 1-1 0,-24-1 1 16,9 1-1-16,-17-1 0 16,4 1 2-16,-15 3-1 0,-4-4 2 15,-20 0-2-15,-8 1-1 31,-8-1 1-31,-11 1-28 0,-12 3 15 0,-12-4-103 16,-11 4 64-16,-13 4-185 16,-7 3 132-16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47:59.6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3207 3878 124 0,'-16'0'49'0,"16"0"-38"0,-12-4 15 0,12 4 5 0,0 0 0 15,0-3 2-15,0 3-12 16,0 0-3-16,0 0-10 15,0 0 6-15,0 0 3 0,0 0 2 16,0 0 1-16,0 0-5 16,4 3 1-16,4 4-5 15,-4 0-1-15,4-3-2 16,7-1 0-16,-3-3 0 16,8 0 2-16,3 0 4 15,5 4 1-15,7-1-4 16,-8 4 1-16,13 0-7 15,-1 0-1-15,4 4-2 0,0-1-2 16,4 0 3-16,-4 1 2 16,-3-4 4-16,10 3 2 15,5-10 1-15,0 0 0 16,12 0-4-16,0 0 0 16,-1-7-1-16,1 0 1 15,0 0-4-15,3-3-3 16,5 3 0-16,7 0 1 15,0 0-1-15,9 0-1 16,-9-3 1-16,8-1 1 16,-8 1 1-16,13-1 1 15,-1 4-2-15,0 4 1 16,-4 3-2-16,-8 3-1 16,1 1 1-16,-1 6-1 0,4-6 0 15,1 6 0-15,3 1 0 16,0-4 2-16,-12 0-3 15,5 0 0-15,-5-4 1 16,1-3 0-16,3 0 0 16,0 0 0-16,1 0 0 15,-9 0 2-15,-7-3-1 16,-4 3 2-16,-5-4-4 16,1 4 0-16,-4-3 1 15,4-1 2-15,-4 1 1 16,-4-1 1-16,4 1-5 15,0-1-1-15,-4 1 1 16,-4-1 0-16,0-3 1 0,-4 0 2 16,-4 0-3-16,-4 4-2 15,-3-1 2-15,-1 1 2 16,-3 3 0-16,-5 0-1 16,1 0 1-16,-9 0 1 15,1 0 1-15,0 0 1 16,3 0-20-16,-7 0-9 15,-8 0-27-15,-4 0-10 16,-4 0-79 0,-8 3-58-16,-15 1 79 15</inkml:trace>
  <inkml:trace contextRef="#ctx0" brushRef="#br0" timeOffset="1050.52">2430 4362 192 0,'-8'-20'71'0,"4"16"-55"0,0-3 20 15,4 7 6-15,0 0-8 0,-7-3-2 16,3-1-7-16,4 1-4 16,-8 3-11-16,8 0-4 0,0 0 0 15,8 0-3 1,3 0 0-16,-3 3 1 0,12 4 2 16,-4-3 19-1,-5 3-14-15,17-1 7 16,-5 1-11-16,9 0 7 15,-5 4-8-15,12-4 3 16,4 0-5-16,12-4 7 16,-4 4-7-16,12-7 10 15,-8 4-8-15,12-8 10 16,-1 4-9-16,13-3 5 16,-1-1-7-16,5 1 2 15,-5 3-4-15,4-11 0 16,-11 11-1-16,7-3-2 15,-11 3 1-15,7 0-1 16,-7 7 0-16,4 0 2 16,-12-4-1-16,3 4 2 15,1 0-2-15,-8 0 2 16,-4 0-2-16,4-3-3 16,-16-1 1-16,8-3 1 15,0 4 0-15,-4-4 0 16,0 0 0-16,4-4 2 15,-7 4-1-15,-1-3-1 16,4 3 1-16,-15-4-1 16,3 8 0-16,-8-4 2 0,1 0-1 0,-12 0-1 15,3 0 1 1,-3 0-4-16,-4 0 2 0,-4 0-41 16,0 3 23-16,-16-3-186 15,8 7 113-15</inkml:trace>
  <inkml:trace contextRef="#ctx0" brushRef="#br0" timeOffset="56739.55">5199 3958 180 0,'-8'-7'68'0,"8"7"-52"0,-20 0 23 0,12 0 17 15,8 3-32-15,-11 4 0 16,3 4-15-16,-8 6-6 16,12 4-2-16,-15 11-1 15,11 3 0-15,-12 17 0 16,16 0 0-16,-12 14 0 16,16 1 0-16,0 6-7 15,8-7 4-15,12-3-1 0,0-14 2 0,15-7 22 16,4-4-12-1,0-24 31-15,8-4-22 0,4-17 22 16,-4-3-22-16,8-25 7 16,-8 4-14-16,0-22 1 15,-4 4-7-15,-3-6 0 16,-9 6-2-16,-11-10 3 16,-9 17-3-16,-11-7 6 15,-7 11-5-15,-13-1-1 16,-4 15-1-16,-19 6-1 15,-8 8-27-15,-15 10-9 16,3 10-39-16,4 8-15 16,8 3-41-16,4 7-17 15</inkml:trace>
  <inkml:trace contextRef="#ctx0" brushRef="#br0" timeOffset="57640.79">1461 5764 152 0,'-3'-45'57'0,"3"27"-44"0,-4-2 16 0,-8 13 4 16,4 0-3-16,-8 3 0 16,1 4-11-16,-13 7-4 15,1 4-8-15,-1 9 4 0,-11 12 4 16,0 10-7-16,0 10-2 16,3 14-4-16,9 28-2 15,7 14-2-15,12 8-1 16,16-12-1-16,20-10 3 15,-1-17 0-15,5-18 3 16,15-20 12-16,0-22 6 16,15-17 12-16,9-17 4 15,7-18-10-15,1-24-3 16,-12-18-9-16,-1-10-1 16,-15-8 1-16,-8-2 1 0,-7 3-6 15,-21 0-3-15,-23 10-1 31,8 7-3-31,-31 4-8 16,-8 17 3-16,-32 14-34 16,5 18 20-16,-25 27-76 15,9 18 52-15,-12 35-125 16,8 7 94-16</inkml:trace>
  <inkml:trace contextRef="#ctx0" brushRef="#br0" timeOffset="70937.17">2109 4293 64 0,'-36'3'24'0,"21"8"-18"0,-25 10 15 0,25-7 9 16,-1 6-5-16,-8 5 7 15,1-1-19-15,-8 1 14 16,3 3-17-16,-7-4 13 16,7-3-13-16,-3 0 13 15,7 3-14-15,-15 1 9 16,12 3-10-16,-9 3 2 16,9 0-6-16,-4 8 7 15,-5 2-7-15,5 12 1 16,4-4-3-16,-1 10 1 15,5-3-2-15,-5 10 4 16,16-10-3-16,1 0 6 16,7-8-5-16,-8 1 10 15,12-4-7-15,0 1 3 16,4-1-5-16,-4 4 0 16,8 0-2-16,3 3-2 15,9-7 1-15,15 8-1 16,-7-11 0-16,11-1 2 0,4-2-1 15,8-1-1-15,0-3 1 0,4 0-1 32,-12-4 0-32,8 1 8 0,0-4-4 15,4-1 5 1,0 1-5-16,15 4 2 0,5-1-1 0,3-3 2 16,-11-4-4-16,4-6-2 15,7-1 0-15,1-3-4 0,3 4 2 16,8-4 3-16,-8 0 3 15,-3-4-4-15,3-3-3 16,-3-4 5-16,3-3 5 16,8 0-2-16,4-3 2 15,-7-1-5-15,-1-6 0 16,8 0-1-16,-12-1-2 16,12 1 1-16,-3-4 1 15,3 3-1-15,-12 1-1 0,0-1 3 16,1 1 0-16,3-1-4 15,0-3-1-15,8 0 3 16,8-3 1-16,-11 3 0 16,-5-3 1-16,-4-4-2 15,4 0-1-15,-3 0 3 16,-5 0 0-16,9-3-1 16,-9-1-2-16,-4-3 1 15,-3 4-1-15,0-4 0 16,-5-3 0-16,-3-1 0 15,15-6 2-15,-7 3-1 16,-8 4-1-16,-4-1 1 16,-8 4 1-16,-4-3 1 0,-12 7 3 15,-8-1 1-15,-3 1 3 16,-8-1-3-16,-5 4 1 16,-3-3-1-16,-4 0 1 15,-8-4-2-15,-8-7-1 16,-3 0-3-16,3-3 1 15,-15-4 0-15,-5-7 1 16,-3 0-2-16,-4 0 1 16,-1 4-2-16,-11 3 2 15,8 0-2-15,-12 11 2 16,4-1-4-16,-11 5 0 16,-9-1 1-16,-11 0 2 15,3 3-3-15,-11 4 0 0,8-3-1 16,3-4 0-16,-3 0 0 15,-8-3 0-15,-4-1 4 16,4 1 1-16,3 0-1 16,-3 3 1-16,12 3-4 15,-5-6 0-15,1 3-1 16,-12 4-2-16,15 3 7 31,1 7-2-31,-4-7 0 16,3 10 0-16,-15 1-6 15,12 3 3-15,-20-3 1 16,8 6 1-16,-4 1 0 0,7 3 0 0,-7-4 0 31,8 8 0-31,-16-4 0 16,12 7 0-16,-12 0 0 0,16 7 0 0,-20-1 2 16,16 8-1-16,-27 7-1 15,15 0 1-15,-4 7-4 16,20-4 2-16,-20 4 1 15,16-3 0-15,-12-1 0 16,16 0 0-16,-4 1 2 16,19-4-1-16,1-4-3 15,11 1 1-15,-4-5-1 16,12-2 0-16,0-8-11 16,16 4 6-16,-4-3-67 15,12 3 41-15,11-4-147 16,4 4 101-16</inkml:trace>
  <inkml:trace contextRef="#ctx0" brushRef="#br0" timeOffset="92425.58">5779 12184 176 0,'0'7'68'0,"0"-4"-52"0,0 1 1 16,0-4 0-16,4 3-7 15,0 1 0-15,-4-4 7 16,0 0 4-16,0 0-11 0,0 0 19 15,0 3 9-15,-4 1 1 0,0-4 1 16,-8-4-11-16,0-3-3 16,-3-3-9-16,-9-8-2 15,-3-6-9-15,-5-11-2 16,-3-7 0-16,-8-7 0 16,-12-10-5-16,-8-11 1 15,-7-17 0-15,-9-10 2 16,5-8-3-16,3-3-2 15,1-7 2-15,3-14 2 16,0-4 0-16,1-10-1 16,-9-3-2-16,5-8 1 0,3 11 1 15,4 0 0-15,4 4 0 16,1-1 0-16,10 4 0 16,1 7 0-16,8 0 0 15,4 7 2-15,11 4-3 16,1 6 0-16,11 8-1 15,8-1-2-15,4 4 3 16,12 0 2-16,4 0 0 16,11 3-1-16,12 11-2 15,16 3 1-15,12 14-1 16,15 4 0-16,4 7 2 16,20-11 0-16,0 7 0 15,16 1 0-15,11 2-3 16,-11 1 0-16,-1 3 2 15,13 4 2-15,11 17-2 0,-20 7 0 16,-3 7 1-16,3 7 2 16,-3 11 1-16,11 6 1 15,-19 1-2-15,0-4-2 16,-5 0 1-16,9 0-1 16,0-4 0-16,-9-3 2 15,-11 0-1-15,-11-3-1 16,-13-1 9-16,-7 1 6 15,-8 3-1-15,-20 4 0 16,-8-1-6-16,-7 4 0 0,-12 0-3 16,-12 0 0-16,-12 7-28 15,-12 4-9-15,-3 2-35 16,-8 5-15-16,-5-1-33 16,-15 8-53-1,1-4 55-15</inkml:trace>
  <inkml:trace contextRef="#ctx0" brushRef="#br0" timeOffset="94509.8">7222 7560 220 0,'-39'-3'82'0,"39"3"-64"0,-12-4 13 0,8 1 16 15,4 6-27-15,-8-6 4 16,8 3-15-16,-4-4-8 16,8 8-1-16,4-1 4 15,0 4-2-15,8 3 8 16,-1 8-6-16,13 6 3 16,-9 1-4-16,13 3 3 15,3-4-4-15,12 0 6 16,-8-3-5-16,16 4 17 15,-8-4-12-15,0 0 17 16,4 0-15-16,-11-1 20 16,-1 1-17-16,-12-3 20 15,-7 3-19-15,-12-4 15 16,-4 4-16-16,-16 0 1 16,0 0-8-16,-23 3 1 15,0 1-4-15,-9-1 0 16,-3-3-1-16,-11 0-2 15,7 3 1-15,-24 4-15 16,12 0 8-16,-23 4-46 16,15-1 29-16,-7 7-126 15,15-3 82-15,4 7-122 0,16 0 108 0</inkml:trace>
  <inkml:trace contextRef="#ctx0" brushRef="#br0" timeOffset="112629.74">9587 8557 164 0,'-16'-49'63'0,"8"32"-49"0,-7-11 22 0,7 18 10 16,-8-4-6-16,-11 0-1 16,-9 7-11-16,-3 7-3 15,-12 10-14-15,-4 18 2 0,4 17 1 16,0 18-10-16,-4 24-4 16,8 15-3-16,8 27 2 15,12 17-2-15,19 7-1 0,16 11 3 16,7-7 2-1,13-21-2-15,-1-21 0 16,16-17 1-16,20-21 2 0,4-18-3 16,15-17-2-16,-4-21 4 31,1-4-1-31,15-20 5 16,-8-4-3-16,24-25 8 15,-12 4-6-15,-4-31 14 16,-4 7-10-16,1-28 20 15,-9 10-15-15,-4-24 20 16,-11 14-19-16,-12-25 13 16,-8 18-16-16,-27-25 6 0,-12 15-10 15,-32-19 2 1,-3 19-5-16,-36-8 5 0,0 18-6 0,-39 10 1 16,8 22-2-16,-32 16-4 15,1 29 1-15,-32 38 1 16,4 13 0-16,28 5 0 15,-1 6 0-15,5 14-27 16,23 1 15-16,4 16-98 16,23-6 60-16,16 10-145 15,24-10 109-15</inkml:trace>
  <inkml:trace contextRef="#ctx0" brushRef="#br0" timeOffset="123155.09">9504 9802 228 0,'-27'-17'88'16,"23"10"-69"-16,8 3-3 0,-4 4-6 0,12 0-2 15,-4 4 3-15,7 3-4 16,5 3-2-16,3 11-2 16,5 0-3-16,3 7 1 0,8 7-4 15,8 7 2-15,8 3 1 16,8 7 2-16,8 15-1 16,3 9-1-16,1 11 3 15,-5 8 0-15,-3 2-4 16,-4 4 1-16,-4 14 4 15,-1 4 5-15,-7-1-3 16,-11 8-1-16,-9 7 2 16,-11-4 0-16,-9-4 10 15,-11-3 6-15,-8 4-3 0,-7-1-2 16,-9-6-4-16,-3-4 1 16,-9-7-4-16,-7 0-1 15,-15-3-4-15,-13-1-1 16,-11-3-3-16,-1-6-2 15,-3-8 3-15,-4-11 0 16,-12 1 1-16,-8-11 2 16,4 1-5-16,4-5-1 15,8-2 0-15,0-8 2 16,-4-7-1-16,0-6-1 0,8-4 1 16,7-8-1-16,5-6 0 15,11-3 0-15,4-4 0 16,9-4 0-16,10-3-3 15,5-3 2-15,4-4-1 16,4 0 0-16,3 0-7 16,5 0-4-16,3 0-7 15,8 0-2-15,8 0-35 16,8-4-12-16,16-13-60 16</inkml:trace>
  <inkml:trace contextRef="#ctx0" brushRef="#br0" timeOffset="123722.49">9065 12362 324 0,'-63'14'121'0,"40"-7"-95"0,-16 3 5 0,19-3-4 16,-7 3-18-16,-5 4-2 0,-15 7-5 15,0 11 1-15,-8 13-2 16,-7 14-1-16,-9 11 1 0,-11 10-4 15,-5 4 0-15,-3 14 2 16,8 3 0-16,3-7-2 16,13-7 2-16,7-7-1 15,8-7-2-15,8-13 5 16,11-5 3-16,13-13-8 16,11-7-2-16,8-3 1 15,8-8 0-15,7-3 3 16,9-7 1-16,15-4 1 15,12-3 0-15,20-7 0 16,11 0 2-16,8-3-1 16,-7-4-1-16,11 0-2 0,4 0 1 15,4 3 10-15,-4 1 5 16,-12 3 0-16,-19 0 2 16,-1 3-5-16,-15 4-1 15,-7-3-6-15,-5 3-1 16,-12 0-17-16,-7 0-7 15,-8 3-94-15,-5 4-41 16,-38-10 33 0</inkml:trace>
  <inkml:trace contextRef="#ctx0" brushRef="#br0" timeOffset="133616.68">1269 7285 228 0,'-43'13'88'0,"31"-9"-69"0,-3-1 8 0,7-3 1 15,4 0-8-15,4 0-2 16,-8 0-8-16,8 0-2 16,8 4-4-16,4 3 4 0,3 3 2 0,1 1-3 15,12-4-2-15,11 0 2 16,12-7 2-16,15-4 0 16,29-3 2-16,-1-7-2 15,0-3 0-15,4-4-5 16,16 4-1-16,7-1-1 15,-11 4-2-15,-4 0 3 16,0 4 2-16,0 3 2 16,3 7 1-16,-7 3-2 15,-8 4-1-15,-7 0-1 16,-9 0 2-16,-3 0 6 16,-5 0 4-16,-7 0-4 15,-4-3-2-15,-12-1-3 16,-4 1-2-16,-4-1-3 15,-11 1-2-15,-5-1-4 0,-7 1-2 16,-4-4-37-16,-12 0-14 16,-8 7-108-1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50:37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12924 3853 184 0,'0'-17'68'0,"0"17"-52"0,0-7 14 0,0 7 4 16,0 0 0-16,0 0 2 0,0 0-8 16,-4 0-5-1,4 0-13-15,0 0-4 0,8 7-2 16,8-7 4-16,11 3 3 0,8 1 7 15,12-1 3-15,4 4 1 16,4-7 1-16,8 0-7 16,11 0-1-16,9 7-7 15,11 4 0-15,0-4-3 16,4 3 0-16,12 4-3 16,15 0-2-16,1-3 3 15,-1 3 0-15,9-1 3 16,7-2 3-16,4-1 2 15,0-3 1-15,4-3-2 16,16-4-1-16,-4-4-1 0,3-10 0 16,9 4-4-16,-1-1-1 15,-11 1 1-15,4 0 0 16,-4 3-2-16,-9 3 1 16,-10 4-2-16,-9 0-1 15,-4 4 1-15,-3 3 1 16,-5 0-3-16,-15 0 0 15,-12-1 3-15,-11 1 1 16,-9 0-1-16,-7 0 1 16,-12 0-2-16,-8 0-1 15,-12-3-4-15,-3-1 0 0,-5 1 4 16,-7 3 4-16,-9-7-19 16,-7-7-9-1,-12 3-57-15,-3 1-22 0,-9-15-68 16</inkml:trace>
  <inkml:trace contextRef="#ctx0" brushRef="#br0" timeOffset="20352.13">14187 1995 220 0,'-75'-53'82'0,"48"50"-64"0,-24-1-7 0,27 4-6 16,-11 0-7-16,-16 0-2 16,0 4 3-16,-24 13 9 15,5 1-5-15,-20 20 13 16,15 4-9-16,-23 21 7 16,16 3-7-16,-24 21 2 15,16 4-5-15,-16 34 0 16,16 15 0-16,7 3 2 15,9 14-3-15,19-14-6 16,4 3 1-16,12 15 1 16,15-15 1-16,12 4 4 15,12-17-2-15,12-4-3 16,12-18 0-16,27 11 1 0,19-10 2 16,24-4 3-16,4-21 2 15,12-10 3-15,20-8-5 16,19-2-1-16,3-11 2 0,29-8-1 15,15-6 2-15,4-14-2 16,27-4 2-16,1-24-2 16,15-6 0-16,0-15-3 15,0-18 1-15,4-17 2 0,-8-17 2 16,9-14-3 0,-21 0-1-16,-3-18 1 0,-5-20 2 15,16-32-3-15,-27 10 0 16,-31-13 8-16,-20-14 2 15,-24 3 2-15,-23-7 4 16,-32-14 2-16,-35 18 4 16,-31-4-7-16,-32-7 0 15,-34 7-5-15,-25 32 0 16,-31-8-3-16,-43 4 1 16,-19 21-6-16,-40 14-1 15,-23 28-2-15,-32 17-2 16,-7 29 1-16,-21 13 1 15,5 21-3-15,-4 7-2 16,16 17 2-16,-1 15 2 16,17 2 0-16,22 12-1 0,5 6-2 15,19 0-1-15,20 11-16 16,12 3-7-16,15 18-34 16,20 24-11-16,28 7-97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51:06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4536 4035 72 0,'-47'-7'30'16,"47"7"-24"-16,-43 7 17 0,19-4 31 15,12 1-29-15,-15-4 39 16,7 3-37-16,-15-3 27 16,4 0-32-16,-20 4 7 15,8 3-18-15,-20 7 1 16,8 3-8-16,-12 7 5 16,12 4-6-16,-11 4 3 15,15 3-3-15,-16 6 3 16,16 5-4-16,-4 16 4 15,12 5-4-15,4 13 1 0,4-3-1 0,7 13-2 16,8-3 1 0,9 11-1-16,11-7 0 0,11 3 6 15,9-17-3-15,15-1 12 16,-3-13-8-16,19-7 10 16,4-7-10-16,27-7 7 15,4-11-7-15,16-10-2 16,0-7-3-16,28-11-2 15,-5 1 1-15,24-11-1 16,-8 3 0-16,20-10 2 16,-16 4-1-16,20-11-1 15,-8 4 1-15,15-18 5 16,-27 7-3-16,32-14 10 16,-32 4-7-16,16-15 1 15,-28 11-4-15,8-6 3 16,-15 6-4-16,-5-7 4 15,-15 14-4-15,-12-7 4 16,-11 14-4-16,-13-3 17 16,-11 7-11-16,-16-11 17 15,-12 7-15-15,-19-14 2 16,-4 4-7-16,-28-22 1 16,1 8-3-16,-36-14 0 15,8 13-1-15,-28-16 1 16,9 9-2-16,-32-9-1 0,11 9 1 0,-34-13-4 15,19 14 2 1,-35-7 3 0,19 17-1-16,-31 0 2 15,20 11-2-15,-32 3-1 0,16 14 1 0,-28 7-4 16,24 7 2-16,-27 21-1 16,19 3 0-16,-27 29-5 15,19 2 4-15,-19 29-27 16,31 0 16-16,-28 28-58 15,32-4 41-15,0 21-145 16,28-14 98-16,3 3-93 16,36-16 99-16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08:53:45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4912 3121 252 0,'-11'-21'96'0,"7"18"-75"16,-8-4 17-16,4 7 1 0,0 0-10 16,0 0 0-16,4 0-10 15,-7 0-1-15,3 0-11 16,4 0 0-16,4-4 3 0,4 1-2 16,8-1 3-16,7-10 5 15,13-10 2-15,19-14-5 16,27-22 0-16,16-10-8 15,12-17-1-15,20-7 0 16,7-14 2-16,12-7-5 16,-12-11-1-16,1 15 2 15,-1-1 1-15,-8 4-1 0,-11 7 1 16,-20 14-2-16,-15 17-1 16,-24 11 3-16,-16 14 0 15,-12 13-6-15,-15 15-2 16,-8 3-49-16,-8 14-19 15,-16 7-78 1,1 3-53-16,-1-6 90 16</inkml:trace>
  <inkml:trace contextRef="#ctx0" brushRef="#br0" timeOffset="418.2">6312 1412 236 0,'-11'-7'90'0,"3"7"-70"0,0 0 8 16,8 0 0-16,0 4-13 15,0-1 6 1,16 4-4-16,-1-7-9 15,21 0 16-15,3 0 7 0,16 0-2 16,0-10-2-16,-1 3-9 16,5 0-1-16,0 4-6 15,-12 3 1-15,-8 3-7 16,-7 7-3-16,-13 11 5 0,-11 14 3 16,-16 18-1-16,-11-1 0 15,-5 11-5-15,-19 3-1 16,-4 4-1-16,-12 6-2 15,0 1 1-15,1 10 1 16,3-10-23-16,4 0-11 16,8-4-27-16,7-10-11 15,9-11-34-15,11-10-11 16,8-11 6 0</inkml:trace>
  <inkml:trace contextRef="#ctx0" brushRef="#br0" timeOffset="1134.21">7571 649 196 0,'-4'-11'74'0,"-4"18"-58"0,-3-3 14 0,7 3 3 16,0 3-6-16,-8 8-1 15,-8 6-8-15,1 18-1 0,3 7-10 16,-11 20-6-16,7 5-2 15,4 9-1-15,5 1 0 0,7-7 0 16,8 3 0-16,7-3 0 16,13-11 0-16,3-14 22 15,13-6 8-15,7-22 9 16,11-7 4-16,9-17-18 16,0-17-6-16,3-7-10 15,1-11-3-15,0 0 4 16,-1-14 3-16,-3-3 0 15,-5-4 3-15,-11-10-3 16,-11-4-1-16,-13-3-6 16,-15 3-1-16,-16 0-1 15,-12 7 1-15,-23 4-4 0,-4 10 0 16,-8 4-10 0,0 17-5-16,-4 7 3 0,0 11 3 15,4 10-14-15,4 7-7 16,4-4-12-16,4 11-4 15,4 4-34-15,11 6-13 16,-3 11-16 0</inkml:trace>
  <inkml:trace contextRef="#ctx0" brushRef="#br0" timeOffset="1434.04">7740 907 312 0,'-4'0'118'0,"-4"3"-92"0,8 11 11 15,0 0-3-15,0 4-10 16,0 6-2-16,-8 4-12 15,4 14-4-15,0 3-4 16,-4 4-2-16,5 3 3 0,-9-6 0 16,4 2 1-16,0-2-20 15,4 3-7-15,0-8-43 16,4-2-20-16,4-8-50 16</inkml:trace>
  <inkml:trace contextRef="#ctx0" brushRef="#br0" timeOffset="3516.62">3885 4233 132 0,'-8'0'49'0,"8"0"-38"0,0 0 19 0,0 0 6 16,0 0 2-16,8 0 2 16,-4 0-14-16,4 0-3 15,-8 0-13-15,4 7-4 0,0-3-2 16,3 3-2-16,-7 3-2 16,4 1 1-16,4-1-1 15,4-3 0-15,-4 0 2 16,4 0 14-16,3 0 7 15,5 0 0-15,-1 0-2 16,5 0-7-16,-1 0-1 16,-3 0-8-16,4 0-3 0,-1 0 1 15,5 3 2-15,-1-3 2 16,1-3 3-16,-1 3 4 16,8-7 3-16,-3 0-3 15,3 0 0-15,0 0-6 16,4 0 0-16,8 0-3 15,-7 0 2-15,3 0-2 16,8 0 0-16,4 0-1 16,-4 0 0-16,-4 0-2 15,4 0 1-15,4-7 0 16,7 3 3-16,-3-3-1 16,8 0 2-16,7 4-2 15,-7-1 2-15,0 1-4 16,-1-1 0-16,-7 1 1 15,4 0 0-15,0-1-2 0,-1 4 1 16,5 0-4-16,0 0 0 16,-1 0 1-16,1 4 2 15,0-4-1-15,-1 0-1 16,1-4 1-16,4 1 1 16,3 3 1-16,5 0 3 15,-5 0-3-15,1 0 0 16,-1 0 3-16,-7 0 1 15,-1 0-6-15,13 0 0 16,3-4-1-16,-3 4 2 16,7-3-1-16,-4-1-1 0,5-3 3 15,-5 0 2-15,8 4 0 16,4-1 0 0,0 4-3-16,-7 4-2 0,-1-4-2 15,8 3 1-15,-8 1 1 16,8-1 2-16,4 1-1 15,0 3-1-15,-3-4 1 16,-1 1-1-16,8-4 0 16,-4 3 0-16,8 1-3 15,3 2 2-15,-7-6 1 16,4 4 2-16,4-4-1 16,0 3 2-16,0 1 0 15,-1-4 3-15,-3 0-3 0,4 0 0 16,0 0-1-16,4 3 1 15,-9-3-4-15,21 0 0 16,-8-3 1-16,-1-1 0 16,1 1 0-16,-4 3 0 15,-12 0 0-15,-8 0 0 16,-4-4 0-16,-8 4 2 16,-3 0-1-16,-9 4 2 15,-7 3-2-15,-12 3 2 16,-8-3-2-16,-12 4 2 15,-11-8-22-15,-8 1-9 16,-16-1-39-16,-12-3-15 16,-11 0-107-16</inkml:trace>
  <inkml:trace contextRef="#ctx0" brushRef="#br0" timeOffset="4166.72">8089 3630 216 0,'12'-10'82'0,"-5"-8"-64"0,21-13 22 0,-9 13 7 0,21-13-3 15,7-14 1-15,15-15-7 16,13-16-3-16,19-4-20 16,20-29-2-16,7-2 0 0,-3-8-5 15,4 8-2-15,-1-4 3 16,-3 3 2-16,-8 4-2 16,-16 10 0-16,-12 15-5 15,-15 16-1-15,-12 5-3 16,-12 16-1-16,-12 11 3 15,-7 8 1-15,-9 16-12 16,-3 4-33-16,-4 7-15 16,0 0-62-16,0 7-23 15,-1 4 21 1</inkml:trace>
  <inkml:trace contextRef="#ctx0" brushRef="#br0" timeOffset="4734.06">9179 2033 200 0,'0'-21'77'0,"0"14"-60"0,4-3 19 16,0 6 7-16,0 1-4 15,0 3-1-15,3-7-4 16,5 3-1-16,4-3-18 16,7 0 6-16,13-3 6 0,3-1-2 0,20 4 0 15,3-10-7-15,1 3-3 16,4-7-3-16,0-3 0 16,-9 10-4-16,-3 3-3 15,-12 4 2-15,-7 7 0 16,-13 4 1-16,-11 6 2 15,-12 8 1-15,-8 6 3 16,-8 11-5-16,-11 17-1 16,0 1-4-16,-1 6-3 15,5-3 2-15,-5 3 0 16,5-7-4-16,3-3 1 0,4-7-18 16,5-4-8-1,7-6-11-15,4-8-4 0,7-6-25 16,9-18-10-16,12-11-87 15</inkml:trace>
  <inkml:trace contextRef="#ctx0" brushRef="#br0" timeOffset="5401.86">10810 861 272 0,'-31'-24'104'0,"7"21"-81"0,1 3 9 0,11 3-2 16,-4 11-18-16,-7 3-7 0,-1 11-3 15,-3 14-2-15,-1 17 0 16,1 1 15-16,7 10 10 0,5-1-11 15,7 1-5-15,8 10-5 16,8-7-1-16,11 4 0 16,13-7 3-16,11-11-5 15,4-7-1-15,8-10 2 16,7-14 1-16,5-17 10 16,12-4 3-16,7-18-1 15,8-13-1-15,-4-11-6 16,0-10 0-16,4-15-3 15,1 1 2-15,-5 0 5 16,-8-11 4-16,-7-17 5 16,-17 3 2-16,-7-14-6 0,-23 8 0 15,-16 3-8-15,-16-1-1 16,-16 5-4-16,-15 3-3 16,-16 20-3-16,-8 11 1 15,-8 22-6-15,-15 9-3 16,-12 11-8-16,-4 14-3 15,4 18-9-15,7 2-4 16,13 1-45-16,7 4-21 16,20 3-58-1</inkml:trace>
  <inkml:trace contextRef="#ctx0" brushRef="#br0" timeOffset="5851.63">11053 799 280 0,'0'-7'107'0,"8"7"-83"0,0 0 10 16,0 0 0-16,4 3-10 16,3 11 0-16,9 4-9 0,-1 6-2 15,1 11-7-15,-8 3-2 0,-9 11 2 16,-7 0-1-16,-11 3 0 16,-9 1-1-16,-3-12 0 15,-5 5 0-15,1-11 0 16,-1-4 15-16,5-3 8 15,3-11 3-15,4 1 2 16,5-1-6-16,3-10-4 16,4 4-17-16,12-11-7 15,11 0 0-15,17 0 0 16,15-7 2-16,15 3 0 16,5 4 0-16,-1 0 2 15,1 0-36-15,0 0-15 16,-5 11-54-16,-3-1-23 0,-16 11-28 15</inkml:trace>
  <inkml:trace contextRef="#ctx0" brushRef="#br0" timeOffset="7887.7">4857 4586 128 0,'12'-7'49'0,"-4"7"-38"0,12-7 17 15,-16 7 4-15,7 0-2 16,1-4 0-16,4 4-6 0,0 0-3 16,-1 0-11-16,5 4 2 0,-5-1 4 15,9 4-6-15,-8 0-1 16,3 0-5-16,5 4-1 15,3-1-3-15,9 0-1 16,-9-3 7-16,12 4 4 16,0-4 1-16,-3 0 3 15,3 3-1-15,-4-3 0 16,4 0-5-16,-7 0 0 16,3 0-3-16,4 0 2 15,-7-3-4-15,3 3 0 16,8-4 1-16,0 1 2 15,4-1 1-15,-4 1 1 16,8-1-2-16,-3 1-1 16,-1-1 1-16,4 1 3 0,-8-4 0 15,8 0 0-15,-4 0-3 16,12 0-1-16,-5 0-1 16,1 0 2-16,0 3-5 15,8-3-1-15,-8 0 0 16,0 3 2-16,0-3-1 15,0 0 2-15,3-3 0 16,-3 3 3-16,4 0-1 16,4 0 0-16,4-3-3 15,-1 6-2-15,-7 0 1 16,0 4 1-16,0-7-1 16,-4 4 2-16,3-1-4 0,-11-3 0 15,-7 0 1-15,22 0 2 16,21-3-3-16,-1 3 0 15,-3-4 3-15,-1-3 1 16,-4 1-1-16,1 2-2 16,3 1 1-16,1-1 1 15,3 8 1-15,-3-8 1 16,-5 1 2-16,-3-1 1 16,-1 1-3-16,5-1-3 15,-1 8 0-15,-3-4 1 16,7 0-1-16,-7 0-1 15,-4 3-2-15,-9-3 1 16,-3 0 3-16,0 0 1 16,0-3-4-16,-4 3 1 0,-4 0 0 15,0 0 0-15,-4 0 0 16,-3 3 2-16,-5 1-1 16,0-4-1-16,-3 0 3 15,-5 0 0-15,0 0-10 16,-3-7-5-16,-4 0-25 15,-1-4-9-15,-3 1-51 16,3-4-20-16</inkml:trace>
  <inkml:trace contextRef="#ctx0" brushRef="#br0" timeOffset="8604.58">8187 4788 244 0,'0'-14'90'0,"0"14"-70"0,-4-18 19 15,4 11 5-15,0 7-14 16,-4 0-5-16,0 0-12 0,4 7-4 16,0 0-5-16,0 4 4 0,0 3 4 15,4 3 3-15,4 1 3 16,4 3-4-16,3 3 2 15,9 0-5-15,7 4 1 16,4 0-3-16,5 7 2 16,3-3-4-16,4-1-2 15,8 0-5-15,7 4 0 16,13-3 0-16,15 2 0 16,-4 1 6-16,1 0 4 15,7 0-1-15,12 0 2 16,0 7-4-16,-4 3-2 15,-8 4 0-15,-8 3-1 16,-4 4 0-16,-7 3 0 16,-5-3-2-16,-3-7 1 0,-12-4 0 15,-8-3 1-15,-4-7-2 16,-15-7-2-16,-1-4-4 16,-7-6-2-16,-9-8-28 15,-3-3-13-15,-4-7-37 16,0-7-17-16,0-7-52 15</inkml:trace>
  <inkml:trace contextRef="#ctx0" brushRef="#br0" timeOffset="9121.74">9853 5227 260 0,'-19'-14'96'0,"11"14"-75"0,-4 0 30 0,8 4 7 16,-4-1-24-16,1 4-6 16,3 0-19-16,0 4-7 15,4-1-1-15,8 8-4 0,7 2 2 16,5 5 5-16,7-1 2 15,5 4 4-15,7 7 4 16,0 3-10-16,0 4-2 0,4 4-2 16,-3 2 0-16,-5 1 0 15,-4-3 2-15,-7-5 8 16,-5 1 3-16,-7-3 5 16,-4-1 3-16,-12-3 2 15,-8-4 3-15,-11-3-3 16,-12-3 0-16,-12-5-6 15,-8-2 0-15,-4-1-1 16,-8-3-1-16,16-3-7 16,-31-1-3-16,-4-3-1 15,3-3 0-15,5-1-2 16,7-3-2-16,8 0 1 16,16-3-1-16,0-1-14 0,16 1-3 15,11-1-31 1,13 1-11-16,10-1-47 0,17 1-18 15,15 6-40 1</inkml:trace>
  <inkml:trace contextRef="#ctx0" brushRef="#br0" timeOffset="10289.77">10908 5799 236 0,'-19'-7'88'0,"11"11"-69"0,-4-8 28 0,4 8 8 16,-4 3-16-16,-7 7-2 15,-9 10-22-15,-3 7-9 16,-8 15-4-16,7 20-2 0,5 18 0 16,7 10 0-16,9 3 0 15,7-6-3-15,12-4 2 16,11-7 1-16,16-6 0 0,9-15 2 16,10-17 1-16,9-14 10 15,16-14 3-15,15-14 4 16,8-14 0-16,0-11 0 15,4-6 2-15,3-14-3 16,1-8-2-16,-4-10-5 16,-12-6 0-16,-8-5-3 15,-15-2 0-15,-16-1-1 16,-16-10 0-16,-15-4-2 16,-13-6 1-16,-18-1-4 15,-29 7 0-15,-23 11-6 16,-15 14 0-16,-16 17-12 15,-16 21-3-15,-16 18-7 16,-7 20-1-16,3 18-17 16,1 17-5-16,-1 4-26 0,13 3-10 15,19 1-57 1</inkml:trace>
  <inkml:trace contextRef="#ctx0" brushRef="#br0" timeOffset="10806.84">11018 5823 260 0,'-8'-38'99'0,"8"28"-77"0,-4-1 24 16,4 8 6-16,0 3-23 15,0 0-6-15,8 7-5 16,8 7 0-16,3 3-10 16,5 4 0-16,3 7 2 0,-3 0-6 15,-4 3 0-15,-5 1-2 16,-7-1-2-16,-8 0 5 15,-4 1 1-15,-4-4-2 0,-3-4-3 16,-1-3 6-16,0-7 5 16,0-4-2-16,4-3 2 15,5-3-9-15,6-1-2 16,13-6 1-16,8-1 1 16,7 1 5-16,4-1 5 15,-3 4-3-15,-17 4 0 16,1-1 5-16,-20 15 4 15,-15 17-5-15,-13-1-1 16,-11 5-5-16,-4-4-3 16,0-7 0-16,4-7-1 15,-4-11-2-15,4-7-2 16,-1-9-35-16,5-19-14 0,16-10-160 16</inkml:trace>
  <inkml:trace contextRef="#ctx0" brushRef="#br0" timeOffset="73892.12">14343 7626 224 0,'-19'-31'85'0,"19"31"-66"0,-8-28 30 16,4 18 30-1,4 6-43-15,-4-6 9 16,8 6-28-16,-4-3-1 15,0 7-10-15,0 4-36 16,8 3 16-16,0 7-154 0,7 3 93 0</inkml:trace>
  <inkml:trace contextRef="#ctx0" brushRef="#br0" timeOffset="75709.12">17206 7731 364 0,'8'-4'134'0,"-8"4"-104"0,16 4 16 16,-12-4-1-1,0 3-27-15,3 1-14 16,5 3-4-16,0 0-89 16,0 3 49-16,7 4-156 15,1 4 110-15</inkml:trace>
  <inkml:trace contextRef="#ctx0" brushRef="#br0" timeOffset="77457.14">20241 7755 344 0,'24'0'129'0,"-24"0"-100"0,12 18-4 0,-8-8-43 16,-1 4 7-16,-6 7-146 15,3 0 86-15</inkml:trace>
  <inkml:trace contextRef="#ctx0" brushRef="#br0" timeOffset="79492.14">16390 9841 356 0,'-3'-4'134'0,"3"11"-104"0,-4 3 16 0,4 1-1 0,0 3-27 16,0 0-10-16,0 0-34 15,4 0-13-15,7 0-113 16,5-4-50-16</inkml:trace>
  <inkml:trace contextRef="#ctx0" brushRef="#br0" timeOffset="81280.14">19943 9530 364 0,'-8'-3'137'0,"8"3"-106"0,8 17 13 0,-4-6 0 16,0-1-27-16,-4 7-61 16,4 4 22-16,0 0-169 15,8 0 107-15</inkml:trace>
  <inkml:trace contextRef="#ctx0" brushRef="#br0" timeOffset="86148.57">15014 11887 364 0,'-8'7'134'0,"8"0"-104"0,0 0-10 15,4 0-12-15,0 0-10 16,0 0-2-16,0 4-44 16,4-4-17-16,0 0-74 0,3 0-28 15</inkml:trace>
  <inkml:trace contextRef="#ctx0" brushRef="#br0" timeOffset="86466.07">16583 11975 324 0,'55'13'121'0,"-28"1"-95"0,12 4 16 16,-23-8-1-16,0 4-23 16,-1 0-7-16,1 0-76 15,0 0-33-15,3-3-44 16,9-8-17-16</inkml:trace>
  <inkml:trace contextRef="#ctx0" brushRef="#br0" timeOffset="88156.58">18692 11832 312 0,'0'0'118'0,"8"0"-92"0,8 7 19 0,-4-4 2 16,7 1-21-16,9-1-7 15,11 0-11-15,8-6-48 16,4 3 22-16,12-7-134 16,-1 0 84-16,9-7-94 15,-8 7 93-15</inkml:trace>
  <inkml:trace contextRef="#ctx0" brushRef="#br0" timeOffset="91325.03">23084 11504 348 0,'20'7'132'0,"-20"-7"-103"0,55 7 16 0,-32-4 2 16,5 4-28-16,7 0-34 15,4 0 6-15,5-3-90 16,-1-1 55-16,0-6-131 16,0-1 99-16</inkml:trace>
  <inkml:trace contextRef="#ctx0" brushRef="#br0" timeOffset="92455.42">24857 11462 420 0,'-12'-7'156'0,"8"3"-121"0,-4 4 6 0,8 0-5 16,-4 0-29-16,4 0-7 16,0 4-83-16,0 3-35 0,4 7-50 15,0 0-19-15</inkml:trace>
  <inkml:trace contextRef="#ctx0" brushRef="#br0" timeOffset="92639.47">24892 11957 472 0,'-16'18'178'0,"1"6"-138"0,-24 14 0 16,19-17-9-16,-7 7-22 15,-17 7-5-15,-14 3-40 16,-21 4-18-16,-3 7-149 16,-1 3-65-16</inkml:trace>
  <inkml:trace contextRef="#ctx0" brushRef="#br0" timeOffset="94173.23">15136 12428 152 0,'-4'-14'57'0,"4"10"-44"0,4 1 16 15,-4 3 4-15,0 0-5 16,4 3-2-16,3 4-6 16,1 4 0-16,0 3-11 15,0 3-3-15,4 1-2 0,-4-1-128 32,3 1 68-32</inkml:trace>
  <inkml:trace contextRef="#ctx0" brushRef="#br0" timeOffset="134866.16">4622 7459 152 0,'-19'-7'57'0,"11"10"-44"0,-8 1 14 0,4-1 3 16,1-3 0-16,-9 0 4 16,8 0-9-16,-7 0-6 15,-1 0-10-15,4 4-4 0,-7 6-1 16,7 4 4-16,-7 4 3 15,-1 6 0-15,4 11 3 16,-7 3-5-16,3 4-1 16,-11 4 7-16,4-1 2 15,3 4 0-15,-7 3 0 16,4 4-9-16,3 3-3 16,5 4-3-16,7-4 1 15,0 0-2-15,4-3-1 16,1 0 1-16,11 0 1 15,0 0-1-15,4-1-1 16,7-2 1-16,5-1 1 0,8-3 1 16,3 0 3-16,8-11-1 15,-3-3 2-15,7-4-2 16,4-3 0-16,4-4-3 16,0-3 1-16,12 0-2 15,8-3 2-15,-1-1-2 16,1-6-1-16,0-4 9 15,-1-4 4-15,5-3-4 16,7-7-3-16,5-3-1 16,7-4 1-16,-23 3-3 15,19-13 0-15,0-1-3 0,0 1-3 16,1 0 2-16,7-1 2 16,0 4 0-16,-16 0 2 15,5 0-4-15,-17 1 0 16,5-8 1-16,-4 3 2 15,-1 1 1-15,1-1 1 16,4 1-2-16,-1 0-2 16,-15 6-4-16,12-6 0 15,-12-1 4-15,-4-3 4 16,-4 1 1-16,0-5 0 16,-12 1 3-16,-4-4 5 15,-3-7-3-15,-9-3 0 16,1-4-2-16,-16 0 2 15,-4 0-5-15,-4-3-1 0,-16 7 2 16,1-4 1-16,-20 0-3 16,-8-3-1-16,-20-4-3 15,-4 0-3-15,1 4 4 16,-9 3 3-16,1 4-3 16,-5 3-3-16,-11 3-6 15,-12 8 0-15,-7 3 10 16,3 11 8-16,-16 3-6 15,-7 10-2-15,-8 8 0 16,8 6 1-16,-12 8-4 16,-36 13 1-16,20 4 0 15,16 3 2-15,4 1-1 0,4-1-1 16,7 4-2-16,17-4-1 16,11 4 2-16,12 0 2 15,7 7-27-15,1 0-11 16,11 6-79-16,-7 5-32 15,-5-22-12 1</inkml:trace>
  <inkml:trace contextRef="#ctx0" brushRef="#br0" timeOffset="145658.51">4003 10942 184 0,'-47'7'71'0,"27"0"-55"0,-15 4 17 0,19-4 5 15,-8 0-9-15,-3 7 0 16,-4 3-5-16,-9 8-3 0,-7 2-11 15,0 8-2-15,-12 4 2 16,5 3-8-16,-5 6-1 0,8 8-3 16,8 7 0-16,3 3 2 15,5 0 0-15,16 1-3 16,7-5 2-16,12 1-1 16,0-7 0-16,12-11 2 31,3 4 0-31,17 0 0 15,7-4 0-15,12 4 2 16,0-4-1-16,15 1-1 16,-7-4 1-16,20-4-1 0,-1 0 0 15,16 1 2-15,-4-1-1 0,16-7 6 16,-12-3-4-16,28-7 12 16,-12 0-8-16,19-7 7 15,-7-3-7-15,15-11 9 16,-8 0-9-16,5-11 7 15,-13 1-7-15,13-11 7 16,-13 7-8-16,9-11 1 16,-9 4-4-16,-7-10-2 15,-12 3 0-15,19-14 1 16,-11 7-1-16,8-10 2 16,-12 10-2-16,-4-10-1 15,-20 10 1-15,0-7 5 16,-11 11-3-16,-12-8 12 15,-8 12-8-15,-8-8 3 16,-4 7-6-16,-23-11 5 16,-1 12-6-16,-7-15-1 15,-8 7-1-15,-11-17 1 16,-1 13-1-16,-16-10 4 16,5 11-3-16,-16-7 4 15,7 6-4-15,-23-3 4 16,0 8-4-16,-31-8 6 15,16 7-5-15,-25-7 1 16,5 7-2-16,-35-10 1 16,19 10-2-16,-39 0-1 15,23 4 1-15,-39 6-1 0,20 8 0 0,-31 6 0 16,23 11 0-16,-28 7 0 16,16 4 0-16,-23 3-3 15,23 3 2-15,-15 1 1 16,31 6 0-16,-28-3 0 15,28 3 0-15,-12 4-25 16,32 0 14-16,-24 7-83 16,35 0 52-16,-11 10-154 15,19-3 110-15</inkml:trace>
  <inkml:trace contextRef="#ctx0" brushRef="#br0" timeOffset="-184489.23">14187 5015 200 0,'-12'-7'77'0,"12"7"-60"0,-4 0 10 0,0 0 17 16,4 7-26-16,-4-7 14 15,4 0-19-15,-4 3 8 16,0 4-12-16,-4 0 13 16,8 0-13-16,0 0 14 15,4 3-14-15,0-3 16 16,4 4-15-16,4-4 13 16,0 3-13-16,3-3 6 15,1 4-9-15,4-4 4 16,3 0-6-16,1 0 4 15,3 0-5-15,4 0 7 16,1-7-7-16,-5 3 8 16,1 0-8-16,-1 1 8 15,5-1-8-15,11 1 3 16,0 3-4-16,8-4 3 16,-4 4-4-16,12-3 6 15,-4 3-5-15,7-4 6 16,-7 4-6-16,16-3 8 15,-8 3-7-15,11-4 3 16,1 1-4-16,11-1 0 16,-8 1-1-16,12-1 3 0,-7 1-3 15,15-4 1-15,-4 0-1 0,16-4 5 16,-8 4-4 0,15-7 8-16,-11 4-7 15,16-4-1-15,-8 7-2 0,11-7 1 16,-11 7-1-16,11-7 2 15,-11 7-2-15,15-7 2 16,-15 7-2-16,16-7 2 16,-13 3-2-16,16-6 2 15,-11 3-2-15,15-4-1 16,-15 5 1-16,15-5-1 16,-7 8 0-16,7-4-3 15,-20 3 2-15,13 1 3 16,-9 3-1-16,17 0 4 15,-9 3-5-15,-3-3-2 0,3 0 1 16,0 0 2-16,1 0 0 16,-9 0-1-16,5-3 3 0,-1-1-2 15,5 4-1-15,-5 0 1 16,-3 0 1-16,-5 4-1 16,28-4-1-16,-7 3 1 15,-5 1-1-15,-11-4 0 16,-5 0 0-16,1 0 0 15,3 0 0-15,-3 0 0 16,-8 0 2-16,-8 0-1 0,0 3-1 16,0-3 1-16,0 4-1 15,4-4 0-15,-8 0 0 16,-4-4 0-16,4 1 2 16,-4-1-3-16,0 1 0 15,-4-4 1-15,-3 3 2 16,-13 1-1-16,-7-4-1 15,-8 0 3-15,-5 3 0 16,-3-3-1-16,0 0-2 16,-4 0 1-16,-3 4-1 15,-5-4 0-15,-4 3 0 16,-4 1 0-16,-7-1 2 16,-8 4-1-16,-5 0-1 15,-3 0-2-15,-8 0 1 16,-4 0-30-16,-7 0-12 15,-13 4-73-15,-7-1-32 0,-9-3-31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-US" altLang="zh-CN" dirty="0"/>
              <a:t>teration (</a:t>
            </a:r>
            <a:r>
              <a:rPr lang="en-US" altLang="zh-CN" dirty="0" err="1"/>
              <a:t>eteration</a:t>
            </a:r>
            <a:r>
              <a:rPr lang="en-US" altLang="zh-CN" dirty="0"/>
              <a:t>) </a:t>
            </a:r>
            <a:r>
              <a:rPr lang="zh-CN" altLang="en-US" dirty="0"/>
              <a:t>迭代 </a:t>
            </a:r>
            <a:r>
              <a:rPr lang="en-US" altLang="zh-CN" dirty="0"/>
              <a:t>word origin: to repeatedly do something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 01 ended here 03/10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670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 </a:t>
            </a:r>
            <a:r>
              <a:rPr lang="en-US" altLang="zh-CN"/>
              <a:t>02 ends here 03/10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852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End of class 02 on 10/15 (do-while skipped)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569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局部变量（相对于全局变量）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495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Iterations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Iterations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72107FB2-8F5B-9878-18FE-CE1B45202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Motivation of iterations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What is an iteration?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while loop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do-while loop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for loop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break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continue</a:t>
            </a:r>
          </a:p>
          <a:p>
            <a:pPr lvl="1" fontAlgn="base"/>
            <a:endParaRPr lang="en-US" dirty="0">
              <a:solidFill>
                <a:schemeClr val="tx1"/>
              </a:solidFill>
              <a:cs typeface="Courier New" pitchFamily="49" charset="0"/>
            </a:endParaRPr>
          </a:p>
          <a:p>
            <a:pPr marL="596900" lvl="1" indent="0" fontAlgn="base">
              <a:buNone/>
            </a:pPr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pPr lvl="1" fontAlgn="base"/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EBC990-B02C-20C7-F534-717A71986527}"/>
                  </a:ext>
                </a:extLst>
              </p14:cNvPr>
              <p14:cNvContentPartPr/>
              <p14:nvPr/>
            </p14:nvContentPartPr>
            <p14:xfrm>
              <a:off x="269280" y="1940760"/>
              <a:ext cx="4547520" cy="278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EBC990-B02C-20C7-F534-717A719865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920" y="1931400"/>
                <a:ext cx="4566240" cy="28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936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Motivation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>
                <a:latin typeface="+mn-lt"/>
              </a:rPr>
              <a:t>Suppose that you need to print a string (e.g., </a:t>
            </a:r>
            <a:r>
              <a:rPr lang="en-US" altLang="en-US" u="sng" dirty="0">
                <a:latin typeface="+mn-lt"/>
              </a:rPr>
              <a:t>"Welcome to Java!"</a:t>
            </a:r>
            <a:r>
              <a:rPr lang="en-US" altLang="en-US" dirty="0">
                <a:latin typeface="+mn-lt"/>
              </a:rPr>
              <a:t>) a user-defined times N: </a:t>
            </a:r>
          </a:p>
          <a:p>
            <a:pPr lvl="1">
              <a:lnSpc>
                <a:spcPct val="125000"/>
              </a:lnSpc>
              <a:buNone/>
            </a:pPr>
            <a:r>
              <a:rPr lang="en-US" altLang="en-US" dirty="0">
                <a:latin typeface="+mn-lt"/>
              </a:rPr>
              <a:t>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("Welcome to Java!");</a:t>
            </a:r>
          </a:p>
          <a:p>
            <a:pPr lvl="1">
              <a:lnSpc>
                <a:spcPct val="125000"/>
              </a:lnSpc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lvl="1">
              <a:lnSpc>
                <a:spcPct val="125000"/>
              </a:lnSpc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("Welcome to Java!");</a:t>
            </a:r>
          </a:p>
          <a:p>
            <a:r>
              <a:rPr lang="en-US" altLang="en-US" dirty="0">
                <a:latin typeface="+mn-lt"/>
              </a:rPr>
              <a:t>While loop: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 = 0;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(count &lt; N) {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("Welcome to Java");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count++;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sz="2000" dirty="0">
              <a:cs typeface="Courier New" pitchFamily="49" charset="0"/>
            </a:endParaRPr>
          </a:p>
          <a:p>
            <a:pPr marL="239164" indent="-239164" defTabSz="637771">
              <a:lnSpc>
                <a:spcPct val="30000"/>
              </a:lnSpc>
              <a:spcBef>
                <a:spcPts val="2479"/>
              </a:spcBef>
              <a:buSzTx/>
              <a:buNone/>
              <a:defRPr sz="3906"/>
            </a:pPr>
            <a:endParaRPr lang="en-US" sz="2100" dirty="0">
              <a:latin typeface="+mn-lt"/>
            </a:endParaRPr>
          </a:p>
          <a:p>
            <a:pPr marL="239164" indent="-239164" defTabSz="637771">
              <a:lnSpc>
                <a:spcPct val="30000"/>
              </a:lnSpc>
              <a:spcBef>
                <a:spcPts val="2479"/>
              </a:spcBef>
              <a:buSzTx/>
              <a:buNone/>
              <a:defRPr sz="3906"/>
            </a:pPr>
            <a:endParaRPr lang="en-US" dirty="0"/>
          </a:p>
          <a:p>
            <a:endParaRPr lang="en-US" altLang="en-US" sz="2700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AutoShape 8"/>
          <p:cNvSpPr>
            <a:spLocks/>
          </p:cNvSpPr>
          <p:nvPr/>
        </p:nvSpPr>
        <p:spPr bwMode="auto">
          <a:xfrm>
            <a:off x="1006261" y="1923744"/>
            <a:ext cx="258366" cy="661988"/>
          </a:xfrm>
          <a:prstGeom prst="leftBrace">
            <a:avLst>
              <a:gd name="adj1" fmla="val 101195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16939" y="2101148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200" dirty="0"/>
              <a:t>N?</a:t>
            </a:r>
          </a:p>
        </p:txBody>
      </p:sp>
    </p:spTree>
    <p:extLst>
      <p:ext uri="{BB962C8B-B14F-4D97-AF65-F5344CB8AC3E}">
        <p14:creationId xmlns:p14="http://schemas.microsoft.com/office/powerpoint/2010/main" val="54271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What is Iteration?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sz="2100" dirty="0"/>
              <a:t>Repeating a set of instructions a specified number of times or until a specific result is achieved</a:t>
            </a:r>
          </a:p>
          <a:p>
            <a:r>
              <a:rPr lang="en-US" altLang="en-US" sz="2100" dirty="0"/>
              <a:t>How do we repeat steps?</a:t>
            </a:r>
          </a:p>
          <a:p>
            <a:pPr lvl="1"/>
            <a:r>
              <a:rPr lang="en-US" altLang="en-US" sz="2100" dirty="0"/>
              <a:t>Imagine 3 instructions A, B, &amp; C:</a:t>
            </a:r>
          </a:p>
          <a:p>
            <a:pPr lvl="2">
              <a:buNone/>
            </a:pPr>
            <a:r>
              <a:rPr lang="en-US" altLang="en-US" sz="2100" dirty="0"/>
              <a:t>Instruction A</a:t>
            </a:r>
          </a:p>
          <a:p>
            <a:pPr lvl="2">
              <a:buNone/>
            </a:pPr>
            <a:r>
              <a:rPr lang="en-US" altLang="en-US" sz="2100" dirty="0"/>
              <a:t>Instruction B</a:t>
            </a:r>
          </a:p>
          <a:p>
            <a:pPr lvl="2">
              <a:buNone/>
            </a:pPr>
            <a:r>
              <a:rPr lang="en-US" altLang="en-US" sz="2100" dirty="0"/>
              <a:t>Instruction C can be jump A (meaning go back to A)</a:t>
            </a:r>
          </a:p>
          <a:p>
            <a:pPr lvl="1"/>
            <a:r>
              <a:rPr lang="en-US" altLang="en-US" sz="2100" dirty="0"/>
              <a:t>Iteration might result in:</a:t>
            </a:r>
          </a:p>
          <a:p>
            <a:pPr lvl="2">
              <a:buNone/>
            </a:pPr>
            <a:r>
              <a:rPr lang="en-US" altLang="en-US" sz="2100" dirty="0"/>
              <a:t>Execute A</a:t>
            </a:r>
          </a:p>
          <a:p>
            <a:pPr lvl="2">
              <a:buNone/>
            </a:pPr>
            <a:r>
              <a:rPr lang="en-US" altLang="en-US" sz="2100" dirty="0"/>
              <a:t>Execute B</a:t>
            </a:r>
          </a:p>
          <a:p>
            <a:pPr lvl="2">
              <a:buNone/>
            </a:pPr>
            <a:r>
              <a:rPr lang="en-US" altLang="en-US" sz="2100" dirty="0"/>
              <a:t>Execute C</a:t>
            </a:r>
          </a:p>
          <a:p>
            <a:pPr lvl="2">
              <a:buNone/>
            </a:pPr>
            <a:r>
              <a:rPr lang="en-US" altLang="en-US" sz="2100" dirty="0"/>
              <a:t>Execute A</a:t>
            </a:r>
          </a:p>
          <a:p>
            <a:pPr lvl="2">
              <a:buNone/>
            </a:pPr>
            <a:r>
              <a:rPr lang="en-US" altLang="en-US" sz="2100" dirty="0"/>
              <a:t>Execute B</a:t>
            </a:r>
          </a:p>
          <a:p>
            <a:pPr lvl="2">
              <a:buNone/>
            </a:pPr>
            <a:r>
              <a:rPr lang="en-US" altLang="en-US" sz="2100" dirty="0"/>
              <a:t>...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4844B0-04CA-C2A7-5F84-6A1C32C4BB21}"/>
                  </a:ext>
                </a:extLst>
              </p14:cNvPr>
              <p14:cNvContentPartPr/>
              <p14:nvPr/>
            </p14:nvContentPartPr>
            <p14:xfrm>
              <a:off x="797040" y="1082160"/>
              <a:ext cx="7412040" cy="3835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4844B0-04CA-C2A7-5F84-6A1C32C4BB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680" y="1072800"/>
                <a:ext cx="7430760" cy="38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14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Why use Iteration?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To make our code more practical and efficient</a:t>
            </a:r>
          </a:p>
          <a:p>
            <a:r>
              <a:rPr lang="en-US" altLang="en-US" dirty="0"/>
              <a:t>To make our code more flexible and dynamic</a:t>
            </a:r>
          </a:p>
          <a:p>
            <a:r>
              <a:rPr lang="en-US" altLang="en-US" dirty="0"/>
              <a:t>Example: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How would we write code to print N! (factorial), where N is a number entered by the user?</a:t>
            </a:r>
          </a:p>
          <a:p>
            <a:pPr lvl="1"/>
            <a:r>
              <a:rPr lang="en-US" altLang="en-US" sz="1800" dirty="0"/>
              <a:t>Without iteration (or recursion) this would be impractical</a:t>
            </a:r>
          </a:p>
          <a:p>
            <a:pPr lvl="2"/>
            <a:r>
              <a:rPr lang="en-US" altLang="en-US" sz="1800" dirty="0"/>
              <a:t>We do not know N, when we are about to write the program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136B41-6673-568C-EF4A-1DCBF83DE870}"/>
                  </a:ext>
                </a:extLst>
              </p14:cNvPr>
              <p14:cNvContentPartPr/>
              <p14:nvPr/>
            </p14:nvContentPartPr>
            <p14:xfrm>
              <a:off x="3989160" y="2541960"/>
              <a:ext cx="2295720" cy="3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136B41-6673-568C-EF4A-1DCBF83DE8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9800" y="2532600"/>
                <a:ext cx="2314440" cy="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741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Without iteration or recursion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System.out.print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("Enter n: 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 n =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input.nextInt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 factorial = 1;</a:t>
            </a:r>
          </a:p>
          <a:p>
            <a:pPr>
              <a:buFont typeface="Wingdings 2" pitchFamily="18" charset="2"/>
              <a:buNone/>
            </a:pPr>
            <a:r>
              <a:rPr lang="pt-BR" altLang="en-US" b="1" dirty="0">
                <a:solidFill>
                  <a:schemeClr val="tx1"/>
                </a:solidFill>
                <a:latin typeface="Courier New" pitchFamily="49" charset="0"/>
              </a:rPr>
              <a:t>if ((n == 1) || (n == 0)) factorial = 1;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else if (n == 2) factorial = 2 * 1;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else if (n == 3) factorial = 3 * 2 * 1;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else if (n == 4) factorial = 4 * 3 * 2 * 1;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else if (n == 5) factorial = 5 * 4 * 3 * 2 * 1;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…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(factorial);</a:t>
            </a:r>
          </a:p>
          <a:p>
            <a:pPr>
              <a:buFont typeface="Wingdings 2" pitchFamily="18" charset="2"/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Times New Roman" pitchFamily="18" charset="0"/>
              </a:rPr>
              <a:t>				Inefficient coding (repetition)!</a:t>
            </a:r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D05526-A080-D486-B448-E435197B79CA}"/>
                  </a:ext>
                </a:extLst>
              </p14:cNvPr>
              <p14:cNvContentPartPr/>
              <p14:nvPr/>
            </p14:nvContentPartPr>
            <p14:xfrm>
              <a:off x="400320" y="873720"/>
              <a:ext cx="6659640" cy="2890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D05526-A080-D486-B448-E435197B79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960" y="864360"/>
                <a:ext cx="6678360" cy="290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824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With iteration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System.out.print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("Enter n: 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 n =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input.nextInt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 factorial = 1;</a:t>
            </a:r>
          </a:p>
          <a:p>
            <a:pPr>
              <a:buFont typeface="Wingdings 2" pitchFamily="18" charset="2"/>
              <a:buNone/>
            </a:pPr>
            <a:r>
              <a:rPr lang="pt-BR" altLang="en-US" b="1" dirty="0">
                <a:solidFill>
                  <a:schemeClr val="tx1"/>
                </a:solidFill>
                <a:latin typeface="Courier New" pitchFamily="49" charset="0"/>
              </a:rPr>
              <a:t>int i = 1;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while(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 &lt;= n){</a:t>
            </a:r>
          </a:p>
          <a:p>
            <a:pPr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	factorial *=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++;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(factorial);</a:t>
            </a:r>
          </a:p>
          <a:p>
            <a:pPr>
              <a:buFont typeface="Wingdings 2" pitchFamily="18" charset="2"/>
              <a:buNone/>
            </a:pPr>
            <a:r>
              <a:rPr lang="en-US" altLang="en-US" sz="2100" b="1" dirty="0">
                <a:solidFill>
                  <a:srgbClr val="CC0000"/>
                </a:solidFill>
                <a:latin typeface="Times New Roman" pitchFamily="18" charset="0"/>
              </a:rPr>
              <a:t>				</a:t>
            </a:r>
            <a:endParaRPr lang="en-US" alt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198386-1017-1CD4-C8C9-A0A7DF9B8764}"/>
                  </a:ext>
                </a:extLst>
              </p14:cNvPr>
              <p14:cNvContentPartPr/>
              <p14:nvPr/>
            </p14:nvContentPartPr>
            <p14:xfrm>
              <a:off x="3078360" y="2150280"/>
              <a:ext cx="4312080" cy="227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198386-1017-1CD4-C8C9-A0A7DF9B87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9000" y="2140920"/>
                <a:ext cx="4330800" cy="228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876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Java and iteration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We have 3 types of iterative statements</a:t>
            </a:r>
          </a:p>
          <a:p>
            <a:pPr lvl="1"/>
            <a:r>
              <a:rPr lang="en-US" altLang="en-US" sz="1800" b="1" dirty="0">
                <a:solidFill>
                  <a:schemeClr val="tx1"/>
                </a:solidFill>
              </a:rPr>
              <a:t>a while loop</a:t>
            </a:r>
          </a:p>
          <a:p>
            <a:pPr lvl="1"/>
            <a:r>
              <a:rPr lang="en-US" altLang="en-US" sz="1800" b="1" dirty="0">
                <a:solidFill>
                  <a:schemeClr val="tx1"/>
                </a:solidFill>
              </a:rPr>
              <a:t>a do … while loop</a:t>
            </a:r>
          </a:p>
          <a:p>
            <a:pPr lvl="1"/>
            <a:r>
              <a:rPr lang="en-US" altLang="en-US" sz="1800" b="1" dirty="0">
                <a:solidFill>
                  <a:schemeClr val="tx1"/>
                </a:solidFill>
              </a:rPr>
              <a:t>a for loop</a:t>
            </a:r>
          </a:p>
          <a:p>
            <a:r>
              <a:rPr lang="en-US" altLang="en-US" dirty="0"/>
              <a:t>All 3 can be used to do similar things</a:t>
            </a:r>
          </a:p>
          <a:p>
            <a:r>
              <a:rPr lang="en-US" altLang="en-US" dirty="0"/>
              <a:t>Which one should you use?</a:t>
            </a:r>
          </a:p>
          <a:p>
            <a:pPr lvl="1"/>
            <a:r>
              <a:rPr lang="en-US" altLang="en-US" sz="1800" dirty="0"/>
              <a:t>a matter of individual preference/convenience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EEC185-612C-A3A6-EEDC-0695B7DA1F38}"/>
                  </a:ext>
                </a:extLst>
              </p14:cNvPr>
              <p14:cNvContentPartPr/>
              <p14:nvPr/>
            </p14:nvContentPartPr>
            <p14:xfrm>
              <a:off x="1346400" y="1839240"/>
              <a:ext cx="5229360" cy="2013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EEC185-612C-A3A6-EEDC-0695B7DA1F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7040" y="1829880"/>
                <a:ext cx="5248080" cy="203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393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Courier New" pitchFamily="49" charset="0"/>
              </a:rPr>
              <a:t>while</a:t>
            </a:r>
            <a:r>
              <a:rPr lang="en-US" altLang="en-US" b="1" dirty="0"/>
              <a:t> Loop Flow Chart</a:t>
            </a:r>
            <a:endParaRPr lang="en-US" b="1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11700" y="1152475"/>
            <a:ext cx="3143250" cy="114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</a:pPr>
            <a:r>
              <a:rPr lang="en-US" altLang="en-US" sz="1200" b="1" dirty="0">
                <a:latin typeface="Courier New" pitchFamily="49" charset="0"/>
              </a:rPr>
              <a:t>while (loop-continuation-condition) {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</a:pPr>
            <a:r>
              <a:rPr lang="en-US" altLang="en-US" sz="1200" b="1" dirty="0">
                <a:latin typeface="Courier New" pitchFamily="49" charset="0"/>
              </a:rPr>
              <a:t>  // loop-body;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</a:pPr>
            <a:r>
              <a:rPr lang="en-US" altLang="en-US" sz="1200" b="1" dirty="0">
                <a:latin typeface="Courier New" pitchFamily="49" charset="0"/>
              </a:rPr>
              <a:t>  Statement(s);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</a:pPr>
            <a:r>
              <a:rPr lang="en-US" altLang="en-US" sz="1200" b="1" dirty="0">
                <a:latin typeface="Courier New" pitchFamily="49" charset="0"/>
              </a:rPr>
              <a:t>}</a:t>
            </a: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5188542" y="1029651"/>
            <a:ext cx="3314700" cy="135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None/>
            </a:pPr>
            <a:r>
              <a:rPr lang="en-US" altLang="en-US" sz="1200" b="1" dirty="0" err="1">
                <a:latin typeface="Courier New" pitchFamily="49" charset="0"/>
              </a:rPr>
              <a:t>int</a:t>
            </a:r>
            <a:r>
              <a:rPr lang="en-US" altLang="en-US" sz="1200" b="1" dirty="0">
                <a:latin typeface="Courier New" pitchFamily="49" charset="0"/>
              </a:rPr>
              <a:t> count = 0;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None/>
            </a:pPr>
            <a:r>
              <a:rPr lang="en-US" altLang="en-US" sz="1200" b="1" dirty="0">
                <a:latin typeface="Courier New" pitchFamily="49" charset="0"/>
              </a:rPr>
              <a:t>while (count &lt; 100) {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None/>
            </a:pPr>
            <a:r>
              <a:rPr lang="en-US" altLang="en-US" sz="1200" b="1" dirty="0">
                <a:latin typeface="Courier New" pitchFamily="49" charset="0"/>
              </a:rPr>
              <a:t>  </a:t>
            </a:r>
            <a:r>
              <a:rPr lang="en-US" altLang="en-US" sz="1200" b="1" dirty="0" err="1">
                <a:latin typeface="Courier New" pitchFamily="49" charset="0"/>
              </a:rPr>
              <a:t>System.out.println</a:t>
            </a:r>
            <a:r>
              <a:rPr lang="en-US" altLang="en-US" sz="1200" b="1" dirty="0">
                <a:latin typeface="Courier New" pitchFamily="49" charset="0"/>
              </a:rPr>
              <a:t>("Welcome to Java!");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None/>
            </a:pPr>
            <a:r>
              <a:rPr lang="en-US" altLang="en-US" sz="1200" b="1" dirty="0">
                <a:latin typeface="Courier New" pitchFamily="49" charset="0"/>
              </a:rPr>
              <a:t>  count++;</a:t>
            </a: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None/>
            </a:pPr>
            <a:r>
              <a:rPr lang="en-US" altLang="en-US" sz="1200" b="1" dirty="0">
                <a:latin typeface="Courier New" pitchFamily="49" charset="0"/>
              </a:rPr>
              <a:t>}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20552"/>
              </p:ext>
            </p:extLst>
          </p:nvPr>
        </p:nvGraphicFramePr>
        <p:xfrm>
          <a:off x="1883325" y="2592649"/>
          <a:ext cx="5086350" cy="2336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497068" imgH="2523744" progId="Word.Picture.8">
                  <p:embed/>
                </p:oleObj>
              </mc:Choice>
              <mc:Fallback>
                <p:oleObj name="Picture" r:id="rId3" imgW="5497068" imgH="2523744" progId="Word.Picture.8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325" y="2592649"/>
                        <a:ext cx="5086350" cy="2336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3"/>
          <p:cNvSpPr>
            <a:spLocks noChangeShapeType="1"/>
          </p:cNvSpPr>
          <p:nvPr/>
        </p:nvSpPr>
        <p:spPr bwMode="auto">
          <a:xfrm>
            <a:off x="2160573" y="2039192"/>
            <a:ext cx="590719" cy="517611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" name="Line 14"/>
          <p:cNvSpPr>
            <a:spLocks noChangeShapeType="1"/>
          </p:cNvSpPr>
          <p:nvPr/>
        </p:nvSpPr>
        <p:spPr bwMode="auto">
          <a:xfrm flipH="1">
            <a:off x="6221258" y="2185860"/>
            <a:ext cx="795546" cy="54406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26F234-10F4-58CD-B4A5-07359BE7847D}"/>
                  </a:ext>
                </a:extLst>
              </p14:cNvPr>
              <p14:cNvContentPartPr/>
              <p14:nvPr/>
            </p14:nvContentPartPr>
            <p14:xfrm>
              <a:off x="383400" y="1393560"/>
              <a:ext cx="3414240" cy="353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26F234-10F4-58CD-B4A5-07359BE784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040" y="1384200"/>
                <a:ext cx="3432960" cy="355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4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785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60100" y="1159163"/>
            <a:ext cx="3829050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auto">
          <a:xfrm>
            <a:off x="4074851" y="971045"/>
            <a:ext cx="2650331" cy="288131"/>
          </a:xfrm>
          <a:prstGeom prst="wedgeRoundRectCallout">
            <a:avLst>
              <a:gd name="adj1" fmla="val -114556"/>
              <a:gd name="adj2" fmla="val 71074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Initialize count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35574F-9834-EDE6-4987-F03B9977AAAB}"/>
                  </a:ext>
                </a:extLst>
              </p14:cNvPr>
              <p14:cNvContentPartPr/>
              <p14:nvPr/>
            </p14:nvContentPartPr>
            <p14:xfrm>
              <a:off x="4555080" y="527400"/>
              <a:ext cx="1875240" cy="1231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35574F-9834-EDE6-4987-F03B9977AA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5720" y="518040"/>
                <a:ext cx="1893960" cy="12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9091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018207" y="971045"/>
            <a:ext cx="2650331" cy="288131"/>
          </a:xfrm>
          <a:prstGeom prst="wedgeRoundRectCallout">
            <a:avLst>
              <a:gd name="adj1" fmla="val -89214"/>
              <a:gd name="adj2" fmla="val 152095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(count &lt; 2) is true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07028" y="1562786"/>
            <a:ext cx="3829050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9C4C62-4535-3B44-50FF-D2EBB83BCC9B}"/>
                  </a:ext>
                </a:extLst>
              </p14:cNvPr>
              <p14:cNvContentPartPr/>
              <p14:nvPr/>
            </p14:nvContentPartPr>
            <p14:xfrm>
              <a:off x="1225080" y="1375920"/>
              <a:ext cx="1321560" cy="59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9C4C62-4535-3B44-50FF-D2EBB83BCC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720" y="1366560"/>
                <a:ext cx="1340280" cy="61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5107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341887" y="938677"/>
            <a:ext cx="2650331" cy="288131"/>
          </a:xfrm>
          <a:prstGeom prst="wedgeRoundRectCallout">
            <a:avLst>
              <a:gd name="adj1" fmla="val -46676"/>
              <a:gd name="adj2" fmla="val 29008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Print Welcome to Java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30708" y="1904274"/>
            <a:ext cx="5847159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98922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5248194" y="2299297"/>
            <a:ext cx="2653904" cy="476250"/>
          </a:xfrm>
          <a:prstGeom prst="wedgeRoundRectCallout">
            <a:avLst>
              <a:gd name="adj1" fmla="val -78417"/>
              <a:gd name="adj2" fmla="val -3265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Increase count by 1</a:t>
            </a:r>
          </a:p>
          <a:p>
            <a:pPr algn="ctr"/>
            <a:r>
              <a:rPr lang="en-US" altLang="en-US" sz="1350"/>
              <a:t>count is 1 now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4524" y="2299297"/>
            <a:ext cx="3829050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19876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013651" y="744467"/>
            <a:ext cx="2654888" cy="514709"/>
          </a:xfrm>
          <a:prstGeom prst="wedgeRoundRectCallout">
            <a:avLst>
              <a:gd name="adj1" fmla="val -85252"/>
              <a:gd name="adj2" fmla="val 104930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 dirty="0"/>
              <a:t>(count &lt; 2) is still true since count is 1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07028" y="1562786"/>
            <a:ext cx="3829050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7164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212414" y="946768"/>
            <a:ext cx="2653904" cy="476250"/>
          </a:xfrm>
          <a:prstGeom prst="wedgeRoundRectCallout">
            <a:avLst>
              <a:gd name="adj1" fmla="val -52320"/>
              <a:gd name="adj2" fmla="val 144861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Print Welcome to Java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01236" y="1912366"/>
            <a:ext cx="5932884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530952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4366162" y="971044"/>
            <a:ext cx="2653904" cy="476250"/>
          </a:xfrm>
          <a:prstGeom prst="wedgeRoundRectCallout">
            <a:avLst>
              <a:gd name="adj1" fmla="val -53235"/>
              <a:gd name="adj2" fmla="val 21821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Increase count by 1</a:t>
            </a:r>
          </a:p>
          <a:p>
            <a:pPr algn="ctr"/>
            <a:r>
              <a:rPr lang="en-US" altLang="en-US" sz="1350"/>
              <a:t>count is 2 now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25218" y="2283113"/>
            <a:ext cx="3829050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51155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466841" y="841985"/>
            <a:ext cx="2653903" cy="476250"/>
          </a:xfrm>
          <a:prstGeom prst="wedgeRoundRectCallout">
            <a:avLst>
              <a:gd name="adj1" fmla="val -60590"/>
              <a:gd name="adj2" fmla="val 97158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/>
              <a:t>(count &lt; 2) is false since count is 2 now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66568" y="1546602"/>
            <a:ext cx="3857625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96020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while Loop</a:t>
            </a:r>
            <a:endParaRPr lang="en-US" b="1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02951" y="1142494"/>
            <a:ext cx="6051947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while (count &lt; 2) 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("Welcome to Java!");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  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5907223" y="2499123"/>
            <a:ext cx="2653903" cy="476250"/>
          </a:xfrm>
          <a:prstGeom prst="wedgeRoundRectCallout">
            <a:avLst>
              <a:gd name="adj1" fmla="val -108434"/>
              <a:gd name="adj2" fmla="val 7847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1350" dirty="0"/>
              <a:t>The loop exits. Execute the next statement after the loop.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04132" y="2975373"/>
            <a:ext cx="3857625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807941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Courier New" pitchFamily="49" charset="0"/>
              </a:rPr>
              <a:t>do-while</a:t>
            </a:r>
            <a:r>
              <a:rPr lang="en-US" altLang="en-US" b="1" dirty="0"/>
              <a:t> Loop</a:t>
            </a:r>
            <a:endParaRPr lang="en-US" b="1" dirty="0"/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305132" y="1153010"/>
            <a:ext cx="548640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+mn-cs"/>
              </a:rPr>
              <a:t>do {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+mn-cs"/>
              </a:rPr>
              <a:t>  // Loop body;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+mn-cs"/>
              </a:rPr>
              <a:t>  Statement(s);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+mn-cs"/>
              </a:rPr>
              <a:t>} while (loop-continuation-condition);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797235" y="955366"/>
          <a:ext cx="2714625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07464" imgH="2016252" progId="Word.Picture.8">
                  <p:embed/>
                </p:oleObj>
              </mc:Choice>
              <mc:Fallback>
                <p:oleObj r:id="rId2" imgW="1807464" imgH="2016252" progId="Word.Picture.8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235" y="955366"/>
                        <a:ext cx="2714625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4494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Why use do … while?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46258"/>
          </a:xfrm>
        </p:spPr>
        <p:txBody>
          <a:bodyPr/>
          <a:lstStyle/>
          <a:p>
            <a:r>
              <a:rPr lang="en-US" altLang="en-US" dirty="0"/>
              <a:t>For when you have a loop body that must execute at least once.</a:t>
            </a:r>
          </a:p>
          <a:p>
            <a:r>
              <a:rPr lang="en-US" altLang="en-US" dirty="0"/>
              <a:t>Example: a program menu</a:t>
            </a:r>
          </a:p>
          <a:p>
            <a:endParaRPr lang="en-US" altLang="en-US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712097" y="1998732"/>
            <a:ext cx="7201913" cy="299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Scanner in = new Scanner(System.</a:t>
            </a:r>
            <a:r>
              <a:rPr lang="en-US" altLang="en-US" sz="1500" b="1" i="1" dirty="0">
                <a:latin typeface="Courier New" pitchFamily="49" charset="0"/>
                <a:cs typeface="Courier New" pitchFamily="49" charset="0"/>
              </a:rPr>
              <a:t>in);</a:t>
            </a:r>
          </a:p>
          <a:p>
            <a:pPr>
              <a:buFont typeface="Arial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String selection;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 counter = 0;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do{</a:t>
            </a:r>
          </a:p>
          <a:p>
            <a:pPr lvl="1">
              <a:buFont typeface="Arial"/>
              <a:buNone/>
            </a:pPr>
            <a:r>
              <a:rPr lang="en-US" altLang="en-US" sz="135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("Choose a Menu Option:");</a:t>
            </a:r>
          </a:p>
          <a:p>
            <a:pPr lvl="1">
              <a:buFont typeface="Arial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("P) Print Counter");</a:t>
            </a:r>
          </a:p>
          <a:p>
            <a:pPr lvl="1">
              <a:buFont typeface="Arial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("Q) Quit");</a:t>
            </a:r>
          </a:p>
          <a:p>
            <a:pPr lvl="1">
              <a:buFont typeface="Arial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("ENTER: ");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selection = 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in.nextLine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selection.toUpperCase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().equals("P"))</a:t>
            </a:r>
          </a:p>
          <a:p>
            <a:pPr lvl="1">
              <a:buFont typeface="Arial"/>
              <a:buNone/>
            </a:pP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System.o</a:t>
            </a:r>
            <a:r>
              <a:rPr lang="en-US" altLang="en-US" sz="1350" b="1" dirty="0" err="1">
                <a:latin typeface="Courier New" pitchFamily="49" charset="0"/>
                <a:cs typeface="Courier New" pitchFamily="49" charset="0"/>
              </a:rPr>
              <a:t>ut.println</a:t>
            </a: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("Counter: " + counter++);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}while(!</a:t>
            </a:r>
            <a:r>
              <a:rPr lang="en-US" altLang="en-US" sz="15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selection.toUpperCase</a:t>
            </a:r>
            <a:r>
              <a:rPr lang="en-US" alt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().equals("Q"));</a:t>
            </a:r>
          </a:p>
          <a:p>
            <a:pPr>
              <a:buFont typeface="Arial"/>
              <a:buNone/>
            </a:pP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("Goodbye!");</a:t>
            </a:r>
            <a:endParaRPr lang="en-US" altLang="en-US" sz="1500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501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Why use do … while? Contd..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en-US" b="1" dirty="0"/>
              <a:t>An Example Session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Choose a Menu Option: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P) Print Counter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Q) Quit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ENTER: P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Counter: 0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Choose a Menu Option: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P) Print Counter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Q) Quit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ENTER: A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Choose a Menu Option: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P) Print Counter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Q) Quit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ENTER: P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Counter: 1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Choose a Menu Option: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P) Print Counter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Q) Quit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ENTER: Q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Goodbye!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29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Courier New" pitchFamily="49" charset="0"/>
              </a:rPr>
              <a:t>for</a:t>
            </a:r>
            <a:r>
              <a:rPr lang="en-US" altLang="en-US" b="1" dirty="0"/>
              <a:t> Loops</a:t>
            </a:r>
            <a:endParaRPr lang="en-US" b="1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07074" y="1155643"/>
            <a:ext cx="3981705" cy="107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for (initial-action;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		loop-continuation-condition;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		action-after-each-iteration)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   // loop body;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   Statement(s);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15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958919" y="1293560"/>
            <a:ext cx="3529626" cy="10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100;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155617" y="2581190"/>
          <a:ext cx="3304114" cy="212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664964" imgH="2991612" progId="Word.Picture.8">
                  <p:embed/>
                </p:oleObj>
              </mc:Choice>
              <mc:Fallback>
                <p:oleObj name="Picture" r:id="rId2" imgW="4664964" imgH="2991612" progId="Word.Picture.8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617" y="2581190"/>
                        <a:ext cx="3304114" cy="212243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384750" y="1968908"/>
            <a:ext cx="285750" cy="514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4459730" y="2364000"/>
            <a:ext cx="524962" cy="37110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FAC758-728D-CEB5-B970-39D437703D84}"/>
                  </a:ext>
                </a:extLst>
              </p14:cNvPr>
              <p14:cNvContentPartPr/>
              <p14:nvPr/>
            </p14:nvContentPartPr>
            <p14:xfrm>
              <a:off x="1114920" y="195840"/>
              <a:ext cx="7846560" cy="430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FAC758-728D-CEB5-B970-39D437703D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560" y="186480"/>
                <a:ext cx="7865280" cy="43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6677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6D8F-2929-ADE4-516E-F859A16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EAB64-52A5-481F-9DC9-8705E8E2F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380150D4-7D73-C04D-3F74-366622860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560941"/>
              </p:ext>
            </p:extLst>
          </p:nvPr>
        </p:nvGraphicFramePr>
        <p:xfrm>
          <a:off x="165716" y="91257"/>
          <a:ext cx="8130996" cy="522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664964" imgH="2991612" progId="Word.Picture.8">
                  <p:embed/>
                </p:oleObj>
              </mc:Choice>
              <mc:Fallback>
                <p:oleObj name="Picture" r:id="rId3" imgW="4664964" imgH="2991612" progId="Word.Picture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380150D4-7D73-C04D-3F74-366622860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16" y="91257"/>
                        <a:ext cx="8130996" cy="52230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8733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for loops and counting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1900" dirty="0"/>
              <a:t>for loops are popular for counting loops</a:t>
            </a:r>
          </a:p>
          <a:p>
            <a:pPr lvl="1"/>
            <a:r>
              <a:rPr lang="en-US" altLang="en-US" sz="1900" dirty="0"/>
              <a:t>through the indices of a string</a:t>
            </a:r>
          </a:p>
          <a:p>
            <a:pPr lvl="1"/>
            <a:r>
              <a:rPr lang="en-US" altLang="en-US" sz="1900" dirty="0"/>
              <a:t>through the indices of an array (later)</a:t>
            </a:r>
          </a:p>
          <a:p>
            <a:pPr lvl="1"/>
            <a:r>
              <a:rPr lang="en-US" altLang="en-US" sz="1900" dirty="0"/>
              <a:t>through iterations of an algorithm</a:t>
            </a:r>
          </a:p>
          <a:p>
            <a:r>
              <a:rPr lang="en-US" altLang="en-US" sz="1900" dirty="0"/>
              <a:t>Good for algorithms that require a known number of iterations</a:t>
            </a:r>
          </a:p>
          <a:p>
            <a:pPr lvl="1"/>
            <a:r>
              <a:rPr lang="en-US" altLang="en-US" sz="1900" dirty="0"/>
              <a:t>counter-controlled loops</a:t>
            </a:r>
          </a:p>
          <a:p>
            <a:endParaRPr lang="en-US" altLang="en-US" sz="3000" dirty="0"/>
          </a:p>
          <a:p>
            <a:endParaRPr lang="en-US" alt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774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76284" y="1151071"/>
            <a:ext cx="3829050" cy="28813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4714121" y="587309"/>
            <a:ext cx="2650331" cy="288131"/>
          </a:xfrm>
          <a:prstGeom prst="wedgeRoundRectCallout">
            <a:avLst>
              <a:gd name="adj1" fmla="val -112724"/>
              <a:gd name="adj2" fmla="val 141286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Declare i</a:t>
            </a:r>
          </a:p>
        </p:txBody>
      </p:sp>
    </p:spTree>
    <p:extLst>
      <p:ext uri="{BB962C8B-B14F-4D97-AF65-F5344CB8AC3E}">
        <p14:creationId xmlns:p14="http://schemas.microsoft.com/office/powerpoint/2010/main" val="1432701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85909" y="1526119"/>
            <a:ext cx="966572" cy="30268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082943" y="987228"/>
            <a:ext cx="2650331" cy="476250"/>
          </a:xfrm>
          <a:prstGeom prst="wedgeRoundRectCallout">
            <a:avLst>
              <a:gd name="adj1" fmla="val -121070"/>
              <a:gd name="adj2" fmla="val 6034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Execute initializer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i is now 0</a:t>
            </a:r>
          </a:p>
        </p:txBody>
      </p:sp>
    </p:spTree>
    <p:extLst>
      <p:ext uri="{BB962C8B-B14F-4D97-AF65-F5344CB8AC3E}">
        <p14:creationId xmlns:p14="http://schemas.microsoft.com/office/powerpoint/2010/main" val="3305540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4413681" y="475703"/>
            <a:ext cx="2807670" cy="658699"/>
          </a:xfrm>
          <a:prstGeom prst="wedgeRoundRectCallout">
            <a:avLst>
              <a:gd name="adj1" fmla="val -87352"/>
              <a:gd name="adj2" fmla="val 109381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(i &lt; 2) is true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since i is 0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298137" y="1518028"/>
            <a:ext cx="977513" cy="278404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044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737253" y="744467"/>
            <a:ext cx="2964937" cy="456853"/>
          </a:xfrm>
          <a:prstGeom prst="wedgeRoundRectCallout">
            <a:avLst>
              <a:gd name="adj1" fmla="val -90926"/>
              <a:gd name="adj2" fmla="val 247665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Print Welcome to Java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86774" y="1834732"/>
            <a:ext cx="3774281" cy="604838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539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032270" y="471228"/>
            <a:ext cx="2650331" cy="546497"/>
          </a:xfrm>
          <a:prstGeom prst="wedgeRoundRectCallout">
            <a:avLst>
              <a:gd name="adj1" fmla="val -86308"/>
              <a:gd name="adj2" fmla="val 13774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Execute adjustment statement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i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now is 1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342011" y="1526119"/>
            <a:ext cx="685151" cy="270313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2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3996491" y="937464"/>
            <a:ext cx="2650331" cy="546497"/>
          </a:xfrm>
          <a:prstGeom prst="wedgeRoundRectCallout">
            <a:avLst>
              <a:gd name="adj1" fmla="val -96546"/>
              <a:gd name="adj2" fmla="val 60750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(i &lt; 2) is still true 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since i is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326042" y="1542303"/>
            <a:ext cx="983599" cy="278405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908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072731" y="1017725"/>
            <a:ext cx="2650331" cy="288131"/>
          </a:xfrm>
          <a:prstGeom prst="wedgeRoundRectCallout">
            <a:avLst>
              <a:gd name="adj1" fmla="val -66596"/>
              <a:gd name="adj2" fmla="val 258420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Print Welcome to Java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86774" y="1818547"/>
            <a:ext cx="3877134" cy="698075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351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324627" y="836310"/>
            <a:ext cx="2645875" cy="596183"/>
          </a:xfrm>
          <a:prstGeom prst="wedgeRoundRectCallout">
            <a:avLst>
              <a:gd name="adj1" fmla="val -64935"/>
              <a:gd name="adj2" fmla="val 60745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Execute adjustment statement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i now is 2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277274" y="1529395"/>
            <a:ext cx="693243" cy="299405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379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4504947" y="727072"/>
            <a:ext cx="2684040" cy="696992"/>
          </a:xfrm>
          <a:prstGeom prst="wedgeRoundRectCallout">
            <a:avLst>
              <a:gd name="adj1" fmla="val -96546"/>
              <a:gd name="adj2" fmla="val 60750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(i &lt; 2) is false 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since i is 2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314322" y="1509935"/>
            <a:ext cx="933265" cy="294589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3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Trace for Loop</a:t>
            </a:r>
            <a:endParaRPr lang="en-US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9134" y="1134402"/>
            <a:ext cx="6310313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for (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0;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&lt; 2;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++) {	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2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"Welcome to Java!");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00340" y="2779362"/>
            <a:ext cx="3744515" cy="230981"/>
          </a:xfrm>
          <a:prstGeom prst="rect">
            <a:avLst/>
          </a:prstGeom>
          <a:solidFill>
            <a:srgbClr val="FFFF00">
              <a:alpha val="45097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032272" y="977832"/>
            <a:ext cx="2650331" cy="546497"/>
          </a:xfrm>
          <a:prstGeom prst="wedgeRoundRectCallout">
            <a:avLst>
              <a:gd name="adj1" fmla="val -82315"/>
              <a:gd name="adj2" fmla="val 289236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Exit the loop. Execute the next statement after the loop</a:t>
            </a:r>
          </a:p>
        </p:txBody>
      </p:sp>
    </p:spTree>
    <p:extLst>
      <p:ext uri="{BB962C8B-B14F-4D97-AF65-F5344CB8AC3E}">
        <p14:creationId xmlns:p14="http://schemas.microsoft.com/office/powerpoint/2010/main" val="20855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for loops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900" kern="1200" dirty="0">
                <a:solidFill>
                  <a:prstClr val="black"/>
                </a:solidFill>
                <a:cs typeface="Courier New" pitchFamily="49" charset="0"/>
              </a:rPr>
              <a:t>The </a:t>
            </a:r>
            <a:r>
              <a:rPr lang="en-US" altLang="en-US" sz="1900" u="sng" kern="1200" dirty="0">
                <a:solidFill>
                  <a:prstClr val="black"/>
                </a:solidFill>
                <a:cs typeface="Courier New" pitchFamily="49" charset="0"/>
              </a:rPr>
              <a:t>initial-action</a:t>
            </a:r>
            <a:r>
              <a:rPr lang="en-US" altLang="en-US" sz="1900" kern="1200" dirty="0">
                <a:solidFill>
                  <a:prstClr val="black"/>
                </a:solidFill>
                <a:cs typeface="Courier New" pitchFamily="49" charset="0"/>
              </a:rPr>
              <a:t> in a </a:t>
            </a:r>
            <a:r>
              <a:rPr lang="en-US" altLang="en-US" sz="1900" u="sng" kern="1200" dirty="0">
                <a:solidFill>
                  <a:prstClr val="black"/>
                </a:solidFill>
                <a:cs typeface="Courier New" pitchFamily="49" charset="0"/>
              </a:rPr>
              <a:t>for</a:t>
            </a:r>
            <a:r>
              <a:rPr lang="en-US" altLang="en-US" sz="1900" kern="1200" dirty="0">
                <a:solidFill>
                  <a:prstClr val="black"/>
                </a:solidFill>
                <a:cs typeface="Courier New" pitchFamily="49" charset="0"/>
              </a:rPr>
              <a:t> loop can be a list of zero or more comma-separated expressions.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900" kern="1200" dirty="0">
                <a:solidFill>
                  <a:prstClr val="black"/>
                </a:solidFill>
                <a:cs typeface="Courier New" pitchFamily="49" charset="0"/>
              </a:rPr>
              <a:t>The </a:t>
            </a:r>
            <a:r>
              <a:rPr lang="en-US" altLang="en-US" sz="1900" u="sng" kern="1200" dirty="0">
                <a:solidFill>
                  <a:prstClr val="black"/>
                </a:solidFill>
                <a:cs typeface="Courier New" pitchFamily="49" charset="0"/>
              </a:rPr>
              <a:t>action-after-each-iteration</a:t>
            </a:r>
            <a:r>
              <a:rPr lang="en-US" altLang="en-US" sz="1900" kern="1200" dirty="0">
                <a:solidFill>
                  <a:prstClr val="black"/>
                </a:solidFill>
                <a:cs typeface="Courier New" pitchFamily="49" charset="0"/>
              </a:rPr>
              <a:t> in a </a:t>
            </a:r>
            <a:r>
              <a:rPr lang="en-US" altLang="en-US" sz="1900" u="sng" kern="1200" dirty="0">
                <a:solidFill>
                  <a:prstClr val="black"/>
                </a:solidFill>
                <a:cs typeface="Courier New" pitchFamily="49" charset="0"/>
              </a:rPr>
              <a:t>for</a:t>
            </a:r>
            <a:r>
              <a:rPr lang="en-US" altLang="en-US" sz="1900" kern="1200" dirty="0">
                <a:solidFill>
                  <a:prstClr val="black"/>
                </a:solidFill>
                <a:cs typeface="Courier New" pitchFamily="49" charset="0"/>
              </a:rPr>
              <a:t> loop can be a list of zero or more comma-separated statements. </a:t>
            </a:r>
          </a:p>
          <a:p>
            <a:pPr marL="342900" lvl="1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endParaRPr lang="en-US" altLang="en-US" sz="1350" b="1" kern="12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25400" lvl="1" indent="0" eaLnBrk="0" fontAlgn="base" hangingPunct="0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0, j = 0; (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j &lt; 10);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++,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j++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25400" lvl="1" indent="0" eaLnBrk="0" fontAlgn="base" hangingPunct="0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// Do something</a:t>
            </a:r>
          </a:p>
          <a:p>
            <a:pPr marL="25400" lvl="1" indent="0" eaLnBrk="0" fontAlgn="base" hangingPunct="0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lvl="1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endParaRPr lang="en-US" altLang="en-US" sz="1350" b="1" kern="12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25400" lvl="1" indent="0" eaLnBrk="0" fontAlgn="base" hangingPunct="0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1;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100;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++));</a:t>
            </a:r>
          </a:p>
          <a:p>
            <a:pPr marL="25400" lvl="1" indent="0" eaLnBrk="0" fontAlgn="base" hangingPunct="0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3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Infinite loops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kern="1200" dirty="0">
                <a:solidFill>
                  <a:prstClr val="black"/>
                </a:solidFill>
                <a:cs typeface="Courier New" pitchFamily="49" charset="0"/>
              </a:rPr>
              <a:t>If the </a:t>
            </a:r>
            <a:r>
              <a:rPr lang="en-US" altLang="en-US" u="sng" kern="1200" dirty="0">
                <a:solidFill>
                  <a:prstClr val="black"/>
                </a:solidFill>
                <a:cs typeface="Courier New" pitchFamily="49" charset="0"/>
              </a:rPr>
              <a:t>loop-continuation-condition</a:t>
            </a:r>
            <a:r>
              <a:rPr lang="en-US" altLang="en-US" kern="1200" dirty="0">
                <a:solidFill>
                  <a:prstClr val="black"/>
                </a:solidFill>
                <a:cs typeface="Courier New" pitchFamily="49" charset="0"/>
              </a:rPr>
              <a:t> in a </a:t>
            </a:r>
            <a:r>
              <a:rPr lang="en-US" altLang="en-US" u="sng" kern="1200" dirty="0">
                <a:solidFill>
                  <a:prstClr val="black"/>
                </a:solidFill>
                <a:cs typeface="Courier New" pitchFamily="49" charset="0"/>
              </a:rPr>
              <a:t>for</a:t>
            </a:r>
            <a:r>
              <a:rPr lang="en-US" altLang="en-US" kern="1200" dirty="0">
                <a:solidFill>
                  <a:prstClr val="black"/>
                </a:solidFill>
                <a:cs typeface="Courier New" pitchFamily="49" charset="0"/>
              </a:rPr>
              <a:t> loop is omitted, it is implicitly true. </a:t>
            </a:r>
            <a:endParaRPr lang="en-US" altLang="en-US" kern="1200" dirty="0">
              <a:solidFill>
                <a:prstClr val="black"/>
              </a:solidFill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789860" y="1953963"/>
          <a:ext cx="634365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202920" imgH="612000" progId="Word.Picture.8">
                  <p:embed/>
                </p:oleObj>
              </mc:Choice>
              <mc:Fallback>
                <p:oleObj name="Picture" r:id="rId2" imgW="3202920" imgH="61200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860" y="1953963"/>
                        <a:ext cx="634365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7336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Caution ;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Times New Roman" pitchFamily="18" charset="0"/>
              </a:rPr>
              <a:t>Adding a semicolon at the end of the </a:t>
            </a:r>
            <a:r>
              <a:rPr lang="en-US" altLang="en-US" u="sng" dirty="0">
                <a:cs typeface="Times New Roman" pitchFamily="18" charset="0"/>
              </a:rPr>
              <a:t>for</a:t>
            </a:r>
            <a:r>
              <a:rPr lang="en-US" altLang="en-US" dirty="0">
                <a:cs typeface="Times New Roman" pitchFamily="18" charset="0"/>
              </a:rPr>
              <a:t> clause before the loop body is a common mistake: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endParaRPr lang="en-US" altLang="en-US" kern="1200" dirty="0">
              <a:solidFill>
                <a:prstClr val="black"/>
              </a:solidFill>
              <a:latin typeface="Courier New" pitchFamily="49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for (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int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i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=0; 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i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&lt;10; 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i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++)</a:t>
            </a:r>
            <a:r>
              <a:rPr lang="en-US" altLang="en-US" kern="1200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{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  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System.out.println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(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"i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 is " + </a:t>
            </a:r>
            <a:r>
              <a:rPr lang="en-US" altLang="en-US" kern="1200" dirty="0" err="1">
                <a:solidFill>
                  <a:prstClr val="black"/>
                </a:solidFill>
                <a:latin typeface="Courier New" pitchFamily="49" charset="0"/>
              </a:rPr>
              <a:t>i</a:t>
            </a: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);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kern="1200" dirty="0">
                <a:solidFill>
                  <a:prstClr val="black"/>
                </a:solidFill>
                <a:latin typeface="Courier New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639619" y="1827759"/>
            <a:ext cx="9715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kern="1200">
                <a:solidFill>
                  <a:prstClr val="black"/>
                </a:solidFill>
                <a:ea typeface="+mn-ea"/>
                <a:cs typeface="+mn-cs"/>
              </a:rPr>
              <a:t>Logic Error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3949057" y="2000399"/>
            <a:ext cx="720328" cy="459581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977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Caution ;</a:t>
            </a:r>
            <a:br>
              <a:rPr lang="en-US" b="1" kern="1200" dirty="0">
                <a:solidFill>
                  <a:prstClr val="black"/>
                </a:solidFill>
                <a:latin typeface="Franklin Gothic Book"/>
              </a:rPr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</a:rPr>
              <a:t>Adding a semicolon at the end of the </a:t>
            </a:r>
            <a:r>
              <a:rPr lang="en-US" altLang="en-US" u="sng" kern="1200" dirty="0">
                <a:solidFill>
                  <a:prstClr val="black"/>
                </a:solidFill>
                <a:cs typeface="Times New Roman" pitchFamily="18" charset="0"/>
              </a:rPr>
              <a:t>while</a:t>
            </a:r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</a:rPr>
              <a:t> clause before the loop body is a common mistake:</a:t>
            </a:r>
          </a:p>
          <a:p>
            <a:endParaRPr lang="en-US" altLang="en-US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=0;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&lt; 10</a:t>
            </a:r>
            <a:r>
              <a:rPr lang="en-US" alt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"i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is " +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  <a:p>
            <a:endParaRPr lang="en-US" altLang="en-US" kern="1200" dirty="0">
              <a:solidFill>
                <a:prstClr val="black"/>
              </a:solidFill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80895" y="1616512"/>
            <a:ext cx="1371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kern="1200">
                <a:solidFill>
                  <a:prstClr val="black"/>
                </a:solidFill>
                <a:ea typeface="+mn-ea"/>
                <a:cs typeface="+mn-cs"/>
              </a:rPr>
              <a:t>Logic Error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2443795" y="1893511"/>
            <a:ext cx="954859" cy="606928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309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Which Loop to Use?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u="sng" kern="1200" dirty="0">
                <a:solidFill>
                  <a:prstClr val="black"/>
                </a:solidFill>
                <a:cs typeface="Times New Roman" pitchFamily="18" charset="0"/>
              </a:rPr>
              <a:t>while</a:t>
            </a:r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lang="en-US" altLang="en-US" u="sng" kern="1200" dirty="0">
                <a:solidFill>
                  <a:prstClr val="black"/>
                </a:solidFill>
                <a:cs typeface="Times New Roman" pitchFamily="18" charset="0"/>
              </a:rPr>
              <a:t>do-while</a:t>
            </a:r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</a:rPr>
              <a:t>, and </a:t>
            </a:r>
            <a:r>
              <a:rPr lang="en-US" altLang="en-US" u="sng" kern="1200" dirty="0">
                <a:solidFill>
                  <a:prstClr val="black"/>
                </a:solidFill>
                <a:cs typeface="Times New Roman" pitchFamily="18" charset="0"/>
              </a:rPr>
              <a:t>for</a:t>
            </a:r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</a:rPr>
              <a:t> loops are expressively equivalent</a:t>
            </a:r>
            <a:endParaRPr lang="en-US" altLang="en-US" kern="1200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689449" y="2711882"/>
          <a:ext cx="6569869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277612" imgH="870204" progId="Word.Picture.8">
                  <p:embed/>
                </p:oleObj>
              </mc:Choice>
              <mc:Fallback>
                <p:oleObj name="Picture" r:id="rId2" imgW="5277612" imgH="870204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449" y="2711882"/>
                        <a:ext cx="6569869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598961" y="1877255"/>
          <a:ext cx="67437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5375148" imgH="612648" progId="Word.Picture.8">
                  <p:embed/>
                </p:oleObj>
              </mc:Choice>
              <mc:Fallback>
                <p:oleObj name="Picture" r:id="rId4" imgW="5375148" imgH="612648" progId="Word.Picture.8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61" y="1877255"/>
                        <a:ext cx="67437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04025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Examples of loops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sum = 0;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j=1; j&lt;=4; j++){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sum = sum + j;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j++;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altLang="en-US" b="1" kern="1200" dirty="0">
                <a:solidFill>
                  <a:schemeClr val="tx1"/>
                </a:solidFill>
              </a:rPr>
              <a:t>Be careful not to double the update of your counting variable</a:t>
            </a:r>
            <a:endParaRPr lang="en-US" altLang="en-US" kern="1200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endParaRPr lang="en-US" alt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489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Using a flag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z="2100" dirty="0"/>
              <a:t>A flag is a </a:t>
            </a:r>
            <a:r>
              <a:rPr lang="en-US" altLang="en-US" sz="2100" dirty="0" err="1"/>
              <a:t>boolean</a:t>
            </a:r>
            <a:r>
              <a:rPr lang="en-US" altLang="en-US" sz="2100" dirty="0"/>
              <a:t> loop control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moreWorkFlag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factorial = 1;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moreWorkFlag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factorial *= N;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N--;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if (N == 1) </a:t>
            </a:r>
            <a:r>
              <a:rPr lang="en-US" altLang="en-US" sz="1900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moreWorkFlag</a:t>
            </a: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lvl="1" eaLnBrk="0" fontAlgn="base" hangingPunct="0">
              <a:spcAft>
                <a:spcPct val="0"/>
              </a:spcAft>
              <a:buClr>
                <a:srgbClr val="D34817"/>
              </a:buClr>
              <a:buFont typeface="Wingdings 2" pitchFamily="18" charset="2"/>
              <a:buNone/>
            </a:pPr>
            <a:r>
              <a:rPr lang="en-US" altLang="en-US" sz="1900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1900" dirty="0">
              <a:solidFill>
                <a:schemeClr val="tx1"/>
              </a:solidFill>
            </a:endParaRPr>
          </a:p>
          <a:p>
            <a:r>
              <a:rPr lang="en-US" altLang="en-US" sz="1900" dirty="0"/>
              <a:t>How does it work?</a:t>
            </a:r>
          </a:p>
          <a:p>
            <a:pPr lvl="1"/>
            <a:r>
              <a:rPr lang="en-US" altLang="en-US" sz="1900" dirty="0"/>
              <a:t>flag used as loop condition</a:t>
            </a:r>
          </a:p>
          <a:p>
            <a:pPr lvl="1"/>
            <a:r>
              <a:rPr lang="en-US" altLang="en-US" sz="1900" dirty="0"/>
              <a:t>inside the loop, test for ending condition</a:t>
            </a:r>
          </a:p>
          <a:p>
            <a:pPr lvl="1"/>
            <a:r>
              <a:rPr lang="en-US" altLang="en-US" sz="1900" dirty="0"/>
              <a:t>when condition is reached, turn flag off</a:t>
            </a:r>
          </a:p>
          <a:p>
            <a:pPr lvl="1"/>
            <a:r>
              <a:rPr lang="en-US" altLang="en-US" sz="1900" dirty="0"/>
              <a:t>once turned off, loop 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589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Sums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sum = 0;</a:t>
            </a:r>
          </a:p>
          <a:p>
            <a:pPr>
              <a:buFont typeface="Wingdings 2" pitchFamily="18" charset="2"/>
              <a:buNone/>
            </a:pPr>
            <a:r>
              <a:rPr lang="nn-NO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(int i=1; i&lt;=4; i++)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sum = sum +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Font typeface="Wingdings 2" pitchFamily="18" charset="2"/>
              <a:buNone/>
            </a:pPr>
            <a:endParaRPr lang="en-US" alt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sum		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alt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en-US" dirty="0">
                <a:solidFill>
                  <a:schemeClr val="tx1"/>
                </a:solidFill>
              </a:rPr>
              <a:t>0			1</a:t>
            </a:r>
          </a:p>
          <a:p>
            <a:pPr>
              <a:buFont typeface="Wingdings 2" pitchFamily="18" charset="2"/>
              <a:buNone/>
            </a:pPr>
            <a:r>
              <a:rPr lang="en-US" altLang="en-US" dirty="0">
                <a:solidFill>
                  <a:schemeClr val="tx1"/>
                </a:solidFill>
              </a:rPr>
              <a:t>1			2</a:t>
            </a:r>
          </a:p>
          <a:p>
            <a:pPr>
              <a:buFont typeface="Wingdings 2" pitchFamily="18" charset="2"/>
              <a:buNone/>
            </a:pPr>
            <a:r>
              <a:rPr lang="en-US" altLang="en-US" dirty="0">
                <a:solidFill>
                  <a:schemeClr val="tx1"/>
                </a:solidFill>
              </a:rPr>
              <a:t>3			3</a:t>
            </a:r>
          </a:p>
          <a:p>
            <a:pPr>
              <a:buFont typeface="Wingdings 2" pitchFamily="18" charset="2"/>
              <a:buNone/>
            </a:pPr>
            <a:r>
              <a:rPr lang="en-US" altLang="en-US" dirty="0">
                <a:solidFill>
                  <a:schemeClr val="tx1"/>
                </a:solidFill>
              </a:rPr>
              <a:t>6			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65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Nested Loops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nn-NO" altLang="en-US" b="1" dirty="0">
                <a:latin typeface="Courier New" pitchFamily="49" charset="0"/>
                <a:cs typeface="Courier New" pitchFamily="49" charset="0"/>
              </a:rPr>
              <a:t>for (int i = 1; i &lt;= 10; i++)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j = 1; j &lt;= 10; j++){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product =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*j;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(product + " 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("\n");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657507" y="3226297"/>
            <a:ext cx="4550993" cy="147732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1 2 3 4 5 6 7 8 9 10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2 4 6 8 10 12 14 16 18 20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3 6 9 12 15 18 21 24 27 30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...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10 20 30 40 50 60 70 80 90 100</a:t>
            </a:r>
            <a:endParaRPr lang="en-US" altLang="en-US" sz="1800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685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Local Variables and Blocks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1900" dirty="0">
                <a:solidFill>
                  <a:schemeClr val="tx1"/>
                </a:solidFill>
              </a:rPr>
              <a:t>A variable declared inside a block is known only inside that block</a:t>
            </a:r>
          </a:p>
          <a:p>
            <a:pPr lvl="1"/>
            <a:r>
              <a:rPr lang="en-US" altLang="en-US" sz="1900" dirty="0">
                <a:solidFill>
                  <a:schemeClr val="tx1"/>
                </a:solidFill>
              </a:rPr>
              <a:t>it is </a:t>
            </a:r>
            <a:r>
              <a:rPr lang="en-US" altLang="en-US" sz="1900" b="1" i="1" dirty="0">
                <a:solidFill>
                  <a:schemeClr val="tx1"/>
                </a:solidFill>
              </a:rPr>
              <a:t>local</a:t>
            </a:r>
            <a:r>
              <a:rPr lang="en-US" altLang="en-US" sz="1900" i="1" dirty="0">
                <a:solidFill>
                  <a:schemeClr val="tx1"/>
                </a:solidFill>
              </a:rPr>
              <a:t> </a:t>
            </a:r>
            <a:r>
              <a:rPr lang="en-US" altLang="en-US" sz="1900" dirty="0">
                <a:solidFill>
                  <a:schemeClr val="tx1"/>
                </a:solidFill>
              </a:rPr>
              <a:t>to the block, therefore it is called a </a:t>
            </a:r>
            <a:r>
              <a:rPr lang="en-US" altLang="en-US" sz="1900" i="1" dirty="0">
                <a:solidFill>
                  <a:schemeClr val="tx1"/>
                </a:solidFill>
              </a:rPr>
              <a:t>local variable</a:t>
            </a:r>
          </a:p>
          <a:p>
            <a:pPr lvl="1"/>
            <a:r>
              <a:rPr lang="en-US" altLang="en-US" sz="1900" dirty="0">
                <a:solidFill>
                  <a:schemeClr val="tx1"/>
                </a:solidFill>
              </a:rPr>
              <a:t>when the block finishes executing, local variables disappear</a:t>
            </a:r>
          </a:p>
          <a:p>
            <a:pPr lvl="1"/>
            <a:r>
              <a:rPr lang="en-US" altLang="en-US" sz="1900" dirty="0">
                <a:solidFill>
                  <a:schemeClr val="tx1"/>
                </a:solidFill>
              </a:rPr>
              <a:t>references to it outside the block cause a compiler error</a:t>
            </a:r>
          </a:p>
          <a:p>
            <a:pPr lvl="1"/>
            <a:r>
              <a:rPr lang="en-US" altLang="en-US" sz="1900" dirty="0">
                <a:solidFill>
                  <a:schemeClr val="tx1"/>
                </a:solidFill>
              </a:rPr>
              <a:t>That includes </a:t>
            </a:r>
            <a:r>
              <a:rPr lang="en-US" altLang="en-US" sz="1900" b="1" i="1" dirty="0" err="1">
                <a:solidFill>
                  <a:schemeClr val="tx1"/>
                </a:solidFill>
              </a:rPr>
              <a:t>Init</a:t>
            </a:r>
            <a:r>
              <a:rPr lang="en-US" altLang="en-US" sz="1900" b="1" i="1" dirty="0">
                <a:solidFill>
                  <a:schemeClr val="tx1"/>
                </a:solidFill>
              </a:rPr>
              <a:t> field </a:t>
            </a:r>
            <a:r>
              <a:rPr lang="en-US" altLang="en-US" sz="1900" dirty="0">
                <a:solidFill>
                  <a:schemeClr val="tx1"/>
                </a:solidFill>
              </a:rPr>
              <a:t>of for loops</a:t>
            </a:r>
            <a:r>
              <a:rPr lang="en-US" altLang="en-US" sz="1900" b="1" i="1" dirty="0">
                <a:solidFill>
                  <a:schemeClr val="tx1"/>
                </a:solidFill>
              </a:rPr>
              <a:t>:</a:t>
            </a:r>
          </a:p>
          <a:p>
            <a:pPr lvl="1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for(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10;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9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++){...}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89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Keywords break and continue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900" dirty="0">
                <a:solidFill>
                  <a:schemeClr val="tx1"/>
                </a:solidFill>
              </a:rPr>
              <a:t>You can also use </a:t>
            </a:r>
            <a:r>
              <a:rPr 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900" dirty="0">
                <a:solidFill>
                  <a:schemeClr val="tx1"/>
                </a:solidFill>
              </a:rPr>
              <a:t> in a loop to immediately </a:t>
            </a:r>
            <a:r>
              <a:rPr lang="en-US" sz="1900" u="sng" dirty="0">
                <a:solidFill>
                  <a:schemeClr val="tx1"/>
                </a:solidFill>
              </a:rPr>
              <a:t>terminate the loop</a:t>
            </a:r>
            <a:r>
              <a:rPr lang="en-US" sz="1900" dirty="0">
                <a:solidFill>
                  <a:schemeClr val="tx1"/>
                </a:solidFill>
              </a:rPr>
              <a:t>: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 = 0;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 = 0;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(number &lt; 20) {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number++;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sum += number;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if (sum &gt;= 100) // increments until the sum is 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break;    // greater than 100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number is " + number);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sum is " + sum);</a:t>
            </a:r>
          </a:p>
          <a:p>
            <a:pPr marL="411956" lvl="2" indent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11956" lvl="2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The number is 14</a:t>
            </a:r>
          </a:p>
          <a:p>
            <a:pPr marL="411956" lvl="2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The sum is 105</a:t>
            </a:r>
            <a:endParaRPr lang="en-US" altLang="en-US" sz="33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836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Keywords break and continue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600" dirty="0">
                <a:solidFill>
                  <a:schemeClr val="tx1"/>
                </a:solidFill>
              </a:rPr>
              <a:t>You can also use </a:t>
            </a:r>
            <a:r>
              <a:rPr 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sz="2600" dirty="0">
                <a:solidFill>
                  <a:schemeClr val="tx1"/>
                </a:solidFill>
              </a:rPr>
              <a:t> in a loop to </a:t>
            </a:r>
            <a:r>
              <a:rPr lang="en-US" sz="2600" u="sng" dirty="0">
                <a:solidFill>
                  <a:schemeClr val="tx1"/>
                </a:solidFill>
              </a:rPr>
              <a:t>end the current iteration</a:t>
            </a:r>
            <a:r>
              <a:rPr lang="en-US" sz="2600" dirty="0">
                <a:solidFill>
                  <a:schemeClr val="tx1"/>
                </a:solidFill>
              </a:rPr>
              <a:t> and program control goes to the end of the loop body (and continues the loop):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</a:t>
            </a:r>
            <a:r>
              <a:rPr lang="en-US" altLang="en-US" sz="2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 = 0;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 = 0;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(number &lt; 20) { // </a:t>
            </a:r>
            <a:r>
              <a:rPr 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adds integers from 1 to 20 </a:t>
            </a:r>
            <a:endParaRPr lang="en-US" altLang="en-US" sz="2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number++;            // </a:t>
            </a:r>
            <a:r>
              <a:rPr 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 10 and 11 to sum</a:t>
            </a:r>
            <a:endParaRPr lang="en-US" altLang="en-US" sz="2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if (number ==10 || number == 11)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continue;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sum += number; 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number is " + number);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sum is " + sum);</a:t>
            </a:r>
          </a:p>
          <a:p>
            <a:pPr marL="411956" lvl="2" indent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2600" dirty="0">
                <a:solidFill>
                  <a:schemeClr val="tx1"/>
                </a:solidFill>
              </a:rPr>
              <a:t>  			The number is 20	</a:t>
            </a:r>
          </a:p>
          <a:p>
            <a:pPr marL="411956" lvl="2" indent="0">
              <a:buNone/>
            </a:pPr>
            <a:r>
              <a:rPr lang="en-US" altLang="en-US" sz="2600" dirty="0">
                <a:solidFill>
                  <a:schemeClr val="tx1"/>
                </a:solidFill>
              </a:rPr>
              <a:t>			The sum is 189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31354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5538c6363dcc66390f334cc79d134dde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f941384ee89c8d55594949fcab33c8bd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B6D644-D393-4A35-BF29-10BAB33CA1CB}"/>
</file>

<file path=customXml/itemProps2.xml><?xml version="1.0" encoding="utf-8"?>
<ds:datastoreItem xmlns:ds="http://schemas.openxmlformats.org/officeDocument/2006/customXml" ds:itemID="{5834CEA2-8DA5-4DE8-8CFD-B872A793CFFF}"/>
</file>

<file path=customXml/itemProps3.xml><?xml version="1.0" encoding="utf-8"?>
<ds:datastoreItem xmlns:ds="http://schemas.openxmlformats.org/officeDocument/2006/customXml" ds:itemID="{A02285EF-0834-4426-BE19-A41727D982E5}"/>
</file>

<file path=docProps/app.xml><?xml version="1.0" encoding="utf-8"?>
<Properties xmlns="http://schemas.openxmlformats.org/officeDocument/2006/extended-properties" xmlns:vt="http://schemas.openxmlformats.org/officeDocument/2006/docPropsVTypes">
  <TotalTime>9708</TotalTime>
  <Words>2516</Words>
  <Application>Microsoft Office PowerPoint</Application>
  <PresentationFormat>On-screen Show (16:9)</PresentationFormat>
  <Paragraphs>416</Paragraphs>
  <Slides>47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Monotype Sorts</vt:lpstr>
      <vt:lpstr>Arial</vt:lpstr>
      <vt:lpstr>Courier New</vt:lpstr>
      <vt:lpstr>Franklin Gothic Book</vt:lpstr>
      <vt:lpstr>Times New Roman</vt:lpstr>
      <vt:lpstr>Wingdings 2</vt:lpstr>
      <vt:lpstr>Simple Light</vt:lpstr>
      <vt:lpstr>Picture</vt:lpstr>
      <vt:lpstr>Microsoft Word Picture</vt:lpstr>
      <vt:lpstr>Iterations</vt:lpstr>
      <vt:lpstr>Objectives: </vt:lpstr>
      <vt:lpstr>Motivation</vt:lpstr>
      <vt:lpstr>What is Iteration?</vt:lpstr>
      <vt:lpstr>Why use Iteration?</vt:lpstr>
      <vt:lpstr>Without iteration or recursion</vt:lpstr>
      <vt:lpstr>With iteration</vt:lpstr>
      <vt:lpstr>Java and iteration</vt:lpstr>
      <vt:lpstr>while Loop Flow Chart</vt:lpstr>
      <vt:lpstr>Trace while Loop</vt:lpstr>
      <vt:lpstr>Trace while Loop</vt:lpstr>
      <vt:lpstr>Trace while Loop</vt:lpstr>
      <vt:lpstr>Trace while Loop</vt:lpstr>
      <vt:lpstr>Trace while Loop</vt:lpstr>
      <vt:lpstr>Trace while Loop</vt:lpstr>
      <vt:lpstr>Trace while Loop</vt:lpstr>
      <vt:lpstr>Trace while Loop</vt:lpstr>
      <vt:lpstr>Trace while Loop</vt:lpstr>
      <vt:lpstr>Trace while Loop</vt:lpstr>
      <vt:lpstr>do-while Loop</vt:lpstr>
      <vt:lpstr>Why use do … while?</vt:lpstr>
      <vt:lpstr>Why use do … while? Contd..</vt:lpstr>
      <vt:lpstr>for Loops</vt:lpstr>
      <vt:lpstr>PowerPoint Presentation</vt:lpstr>
      <vt:lpstr>for loops and counting</vt:lpstr>
      <vt:lpstr>Trace for Loop</vt:lpstr>
      <vt:lpstr>Trace for Loop</vt:lpstr>
      <vt:lpstr>Trace for Loop</vt:lpstr>
      <vt:lpstr>Trace for Loop</vt:lpstr>
      <vt:lpstr>Trace for Loop</vt:lpstr>
      <vt:lpstr>Trace for Loop</vt:lpstr>
      <vt:lpstr>Trace for Loop</vt:lpstr>
      <vt:lpstr>Trace for Loop</vt:lpstr>
      <vt:lpstr>Trace for Loop</vt:lpstr>
      <vt:lpstr>Trace for Loop</vt:lpstr>
      <vt:lpstr>for loops</vt:lpstr>
      <vt:lpstr>Infinite loops</vt:lpstr>
      <vt:lpstr>Caution ;</vt:lpstr>
      <vt:lpstr>Caution ; </vt:lpstr>
      <vt:lpstr>Which Loop to Use?</vt:lpstr>
      <vt:lpstr>Examples of loops</vt:lpstr>
      <vt:lpstr>Using a flag</vt:lpstr>
      <vt:lpstr>Sums</vt:lpstr>
      <vt:lpstr>Nested Loops</vt:lpstr>
      <vt:lpstr>Local Variables and Blocks</vt:lpstr>
      <vt:lpstr>Keywords break and continue</vt:lpstr>
      <vt:lpstr>Keywords break and continue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XINRUI YU</cp:lastModifiedBy>
  <cp:revision>508</cp:revision>
  <dcterms:modified xsi:type="dcterms:W3CDTF">2025-10-15T09:03:42Z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