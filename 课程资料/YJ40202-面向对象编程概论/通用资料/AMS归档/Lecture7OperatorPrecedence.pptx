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72" r:id="rId3"/>
    <p:sldId id="264" r:id="rId4"/>
    <p:sldId id="269" r:id="rId5"/>
    <p:sldId id="270" r:id="rId6"/>
    <p:sldId id="27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61" autoAdjust="0"/>
  </p:normalViewPr>
  <p:slideViewPr>
    <p:cSldViewPr snapToGrid="0">
      <p:cViewPr varScale="1">
        <p:scale>
          <a:sx n="125" d="100"/>
          <a:sy n="125" d="100"/>
        </p:scale>
        <p:origin x="2823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F34F8855-C621-4438-806B-08A2E2CB3E3D}"/>
    <pc:docChg chg="custSel modSld">
      <pc:chgData name="于 心瑞 Xinrui YU" userId="e6fcc6d4-2b88-4beb-95d7-57ae4d33a768" providerId="ADAL" clId="{F34F8855-C621-4438-806B-08A2E2CB3E3D}" dt="2025-09-30T11:21:44.347" v="51" actId="20577"/>
      <pc:docMkLst>
        <pc:docMk/>
      </pc:docMkLst>
      <pc:sldChg chg="modNotesTx">
        <pc:chgData name="于 心瑞 Xinrui YU" userId="e6fcc6d4-2b88-4beb-95d7-57ae4d33a768" providerId="ADAL" clId="{F34F8855-C621-4438-806B-08A2E2CB3E3D}" dt="2025-09-30T11:21:44.347" v="51" actId="20577"/>
        <pc:sldMkLst>
          <pc:docMk/>
          <pc:sldMk cId="542714495" sldId="264"/>
        </pc:sldMkLst>
      </pc:sldChg>
      <pc:sldChg chg="modNotesTx">
        <pc:chgData name="于 心瑞 Xinrui YU" userId="e6fcc6d4-2b88-4beb-95d7-57ae4d33a768" providerId="ADAL" clId="{F34F8855-C621-4438-806B-08A2E2CB3E3D}" dt="2025-09-30T11:21:11.506" v="0" actId="20577"/>
        <pc:sldMkLst>
          <pc:docMk/>
          <pc:sldMk cId="3179384342" sldId="269"/>
        </pc:sldMkLst>
      </pc:sldChg>
    </pc:docChg>
  </pc:docChgLst>
  <pc:docChgLst>
    <pc:chgData name="于 心瑞 Xinrui YU" userId="e6fcc6d4-2b88-4beb-95d7-57ae4d33a768" providerId="ADAL" clId="{17D534D1-2F1F-44EC-9200-F1BC7A8A3214}"/>
    <pc:docChg chg="custSel modSld">
      <pc:chgData name="于 心瑞 Xinrui YU" userId="e6fcc6d4-2b88-4beb-95d7-57ae4d33a768" providerId="ADAL" clId="{17D534D1-2F1F-44EC-9200-F1BC7A8A3214}" dt="2025-03-03T01:39:07.273" v="476"/>
      <pc:docMkLst>
        <pc:docMk/>
      </pc:docMkLst>
      <pc:sldChg chg="addSp modSp mod modAnim modNotesTx">
        <pc:chgData name="于 心瑞 Xinrui YU" userId="e6fcc6d4-2b88-4beb-95d7-57ae4d33a768" providerId="ADAL" clId="{17D534D1-2F1F-44EC-9200-F1BC7A8A3214}" dt="2025-03-03T01:39:07.273" v="476"/>
        <pc:sldMkLst>
          <pc:docMk/>
          <pc:sldMk cId="3179384342" sldId="269"/>
        </pc:sldMkLst>
      </pc:sldChg>
    </pc:docChg>
  </pc:docChgLst>
  <pc:docChgLst>
    <pc:chgData name="于 心瑞 Xinrui YU" userId="e6fcc6d4-2b88-4beb-95d7-57ae4d33a768" providerId="ADAL" clId="{AA06E1D9-6E4A-4098-BEC1-8D6BF2382BD4}"/>
    <pc:docChg chg="modSld">
      <pc:chgData name="于 心瑞 Xinrui YU" userId="e6fcc6d4-2b88-4beb-95d7-57ae4d33a768" providerId="ADAL" clId="{AA06E1D9-6E4A-4098-BEC1-8D6BF2382BD4}" dt="2025-05-06T01:52:44.781" v="0" actId="20577"/>
      <pc:docMkLst>
        <pc:docMk/>
      </pc:docMkLst>
      <pc:sldChg chg="modNotesTx">
        <pc:chgData name="于 心瑞 Xinrui YU" userId="e6fcc6d4-2b88-4beb-95d7-57ae4d33a768" providerId="ADAL" clId="{AA06E1D9-6E4A-4098-BEC1-8D6BF2382BD4}" dt="2025-05-06T01:52:44.781" v="0" actId="20577"/>
        <pc:sldMkLst>
          <pc:docMk/>
          <pc:sldMk cId="3179384342" sldId="269"/>
        </pc:sldMkLst>
      </pc:sldChg>
    </pc:docChg>
  </pc:docChgLst>
  <pc:docChgLst>
    <pc:chgData name="于 心瑞 Xinrui YU" userId="e6fcc6d4-2b88-4beb-95d7-57ae4d33a768" providerId="ADAL" clId="{CFFA9A75-F840-4F6F-AF7D-069F806E1180}"/>
    <pc:docChg chg="custSel modSld">
      <pc:chgData name="于 心瑞 Xinrui YU" userId="e6fcc6d4-2b88-4beb-95d7-57ae4d33a768" providerId="ADAL" clId="{CFFA9A75-F840-4F6F-AF7D-069F806E1180}" dt="2025-09-30T09:01:17.362" v="124" actId="20577"/>
      <pc:docMkLst>
        <pc:docMk/>
      </pc:docMkLst>
      <pc:sldChg chg="modSp mod modNotesTx">
        <pc:chgData name="于 心瑞 Xinrui YU" userId="e6fcc6d4-2b88-4beb-95d7-57ae4d33a768" providerId="ADAL" clId="{CFFA9A75-F840-4F6F-AF7D-069F806E1180}" dt="2025-09-30T09:01:17.362" v="124" actId="20577"/>
        <pc:sldMkLst>
          <pc:docMk/>
          <pc:sldMk cId="3179384342" sldId="269"/>
        </pc:sldMkLst>
        <pc:spChg chg="mod">
          <ac:chgData name="于 心瑞 Xinrui YU" userId="e6fcc6d4-2b88-4beb-95d7-57ae4d33a768" providerId="ADAL" clId="{CFFA9A75-F840-4F6F-AF7D-069F806E1180}" dt="2025-09-30T08:25:43.458" v="40" actId="404"/>
          <ac:spMkLst>
            <pc:docMk/>
            <pc:sldMk cId="3179384342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ternary operator in Java</a:t>
            </a:r>
          </a:p>
        </p:txBody>
      </p:sp>
    </p:spTree>
    <p:extLst>
      <p:ext uri="{BB962C8B-B14F-4D97-AF65-F5344CB8AC3E}">
        <p14:creationId xmlns:p14="http://schemas.microsoft.com/office/powerpoint/2010/main" val="3373121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Unary </a:t>
            </a:r>
            <a:r>
              <a:rPr lang="zh-CN" altLang="en-US" dirty="0"/>
              <a:t>一元的 </a:t>
            </a:r>
            <a:r>
              <a:rPr lang="en-US" altLang="zh-CN" dirty="0"/>
              <a:t>from Latin </a:t>
            </a:r>
            <a:r>
              <a:rPr lang="en-US" altLang="zh-CN" dirty="0" err="1"/>
              <a:t>unus</a:t>
            </a:r>
            <a:r>
              <a:rPr lang="en-US" altLang="zh-CN" dirty="0"/>
              <a:t>, having only one operand</a:t>
            </a:r>
          </a:p>
          <a:p>
            <a:r>
              <a:rPr lang="en-US" altLang="zh-CN" dirty="0"/>
              <a:t>Binary operators: </a:t>
            </a:r>
            <a:r>
              <a:rPr lang="zh-CN" altLang="en-US" dirty="0"/>
              <a:t>二元操作符 </a:t>
            </a:r>
            <a:r>
              <a:rPr lang="en-US" altLang="zh-CN" dirty="0"/>
              <a:t>(as opposed to unary); Left associative: </a:t>
            </a:r>
            <a:r>
              <a:rPr lang="zh-CN" altLang="en-US" dirty="0"/>
              <a:t>从左到右</a:t>
            </a:r>
            <a:endParaRPr lang="en-US" altLang="zh-CN" dirty="0"/>
          </a:p>
          <a:p>
            <a:r>
              <a:rPr lang="en-US" altLang="zh-CN" dirty="0"/>
              <a:t>Class 02 ends here 0930 (precedence higher than arithmetic operation not covered)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95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specs/jls/se11/html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Conditional Operator and Operator Precedence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Conditional Operator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and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Operator Precedence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6F0E7933-3A80-8375-19BA-CAA497BA4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Conditional operator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Operator precedence</a:t>
            </a: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Conditional Operator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(x &gt; 0)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en-US" sz="19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 equivalent to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= (x &gt; 0) ? 1 :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en-US" sz="1650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-expression) ? expression1: expression2</a:t>
            </a:r>
          </a:p>
          <a:p>
            <a:pPr lvl="2">
              <a:spcBef>
                <a:spcPct val="0"/>
              </a:spcBef>
              <a:buFont typeface="Monotype Sorts" pitchFamily="2" charset="2"/>
              <a:buNone/>
            </a:pPr>
            <a:endParaRPr lang="en-US" altLang="en-US" sz="165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% 2 == 0)?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" is even" :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" is odd");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1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Operator Precedence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110088"/>
          </a:xfrm>
        </p:spPr>
        <p:txBody>
          <a:bodyPr>
            <a:normAutofit/>
          </a:bodyPr>
          <a:lstStyle/>
          <a:p>
            <a:pPr algn="just"/>
            <a:r>
              <a:rPr lang="en-US" altLang="en-US" sz="1000" b="1" dirty="0">
                <a:latin typeface="Courier New" pitchFamily="49" charset="0"/>
              </a:rPr>
              <a:t>(): parenthesis</a:t>
            </a:r>
          </a:p>
          <a:p>
            <a:pPr algn="just"/>
            <a:r>
              <a:rPr lang="en-US" altLang="en-US" sz="1000" b="1" dirty="0" err="1">
                <a:latin typeface="Courier New" pitchFamily="49" charset="0"/>
              </a:rPr>
              <a:t>var</a:t>
            </a:r>
            <a:r>
              <a:rPr lang="en-US" altLang="en-US" sz="1000" b="1" dirty="0">
                <a:latin typeface="Courier New" pitchFamily="49" charset="0"/>
              </a:rPr>
              <a:t>++, </a:t>
            </a:r>
            <a:r>
              <a:rPr lang="en-US" altLang="en-US" sz="1000" b="1" dirty="0" err="1">
                <a:latin typeface="Courier New" pitchFamily="49" charset="0"/>
              </a:rPr>
              <a:t>var</a:t>
            </a:r>
            <a:r>
              <a:rPr lang="en-US" altLang="en-US" sz="1000" b="1" dirty="0">
                <a:latin typeface="Courier New" pitchFamily="49" charset="0"/>
              </a:rPr>
              <a:t>--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+, - (Unary plus and minus), ++</a:t>
            </a:r>
            <a:r>
              <a:rPr lang="en-US" altLang="en-US" sz="1000" b="1" dirty="0" err="1">
                <a:latin typeface="Courier New" pitchFamily="49" charset="0"/>
              </a:rPr>
              <a:t>var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--</a:t>
            </a:r>
            <a:r>
              <a:rPr lang="en-US" altLang="en-US" sz="1000" b="1" dirty="0" err="1">
                <a:latin typeface="Courier New" pitchFamily="49" charset="0"/>
              </a:rPr>
              <a:t>var</a:t>
            </a:r>
            <a:endParaRPr lang="en-US" altLang="en-US" sz="1000" b="1" dirty="0">
              <a:latin typeface="Courier New" pitchFamily="49" charset="0"/>
            </a:endParaRP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(type) Casting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! (Not)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*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/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% (Multiplication, division, and remainder)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+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- (Binary addition and subtraction)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&lt;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&lt;=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&gt;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&gt;= (Comparison)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==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!=; (Equality) 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^ (Exclusive OR) 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&amp;&amp; (Conditional AND) Short-circuit AND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|| (Conditional OR) Short-circuit OR</a:t>
            </a:r>
          </a:p>
          <a:p>
            <a:pPr algn="just"/>
            <a:r>
              <a:rPr lang="en-US" altLang="en-US" sz="1000" b="1" dirty="0">
                <a:latin typeface="Courier New" pitchFamily="49" charset="0"/>
              </a:rPr>
              <a:t>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+=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-=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*=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/=</a:t>
            </a:r>
            <a:r>
              <a:rPr lang="en-US" altLang="en-US" sz="1000" b="1" dirty="0"/>
              <a:t>,</a:t>
            </a:r>
            <a:r>
              <a:rPr lang="en-US" altLang="en-US" sz="1000" b="1" dirty="0">
                <a:latin typeface="Courier New" pitchFamily="49" charset="0"/>
              </a:rPr>
              <a:t> %= (Assignment operator)</a:t>
            </a:r>
          </a:p>
          <a:p>
            <a:pPr marL="114300" indent="0" algn="just">
              <a:buNone/>
            </a:pPr>
            <a:r>
              <a:rPr lang="en-US" altLang="en-US" sz="1400" dirty="0">
                <a:cs typeface="Times New Roman" pitchFamily="18" charset="0"/>
              </a:rPr>
              <a:t>All binary operators except assignment operators are left-associative.</a:t>
            </a:r>
          </a:p>
          <a:p>
            <a:pPr marL="114300" indent="0" algn="just">
              <a:buNone/>
            </a:pPr>
            <a:r>
              <a:rPr lang="en-US" altLang="en-US" sz="1400" dirty="0">
                <a:cs typeface="Times New Roman" pitchFamily="18" charset="0"/>
              </a:rPr>
              <a:t>left-associative: operands are grouped left to right, </a:t>
            </a:r>
          </a:p>
          <a:p>
            <a:pPr marL="571500" lvl="1" indent="0" algn="just">
              <a:buNone/>
            </a:pPr>
            <a:r>
              <a:rPr lang="en-US" altLang="en-US" sz="1600" dirty="0">
                <a:cs typeface="Times New Roman" pitchFamily="18" charset="0"/>
              </a:rPr>
              <a:t>a + b + c + d is equivalent to ((a + b) + c) + d</a:t>
            </a:r>
          </a:p>
          <a:p>
            <a:pPr marL="571500" lvl="1" indent="0" algn="just">
              <a:buNone/>
            </a:pPr>
            <a:endParaRPr lang="en-US" altLang="en-US" sz="2900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4732F-B879-ED42-2FB0-0DA24678F067}"/>
              </a:ext>
            </a:extLst>
          </p:cNvPr>
          <p:cNvSpPr txBox="1"/>
          <p:nvPr/>
        </p:nvSpPr>
        <p:spPr>
          <a:xfrm>
            <a:off x="214311" y="4199543"/>
            <a:ext cx="8617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70C0"/>
                </a:solidFill>
                <a:effectLst/>
                <a:latin typeface="Helvetica Neue"/>
              </a:rPr>
              <a:t>There is no explicit operator precedence table in the </a:t>
            </a:r>
            <a:r>
              <a:rPr lang="en-US" altLang="zh-CN" sz="1800" b="0" u="none" strike="noStrike" dirty="0">
                <a:solidFill>
                  <a:srgbClr val="0070C0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 Language Specification</a:t>
            </a:r>
            <a:r>
              <a:rPr lang="en-US" altLang="zh-CN" sz="1800" b="0" i="0" dirty="0">
                <a:solidFill>
                  <a:srgbClr val="0070C0"/>
                </a:solidFill>
                <a:effectLst/>
                <a:latin typeface="Helvetica Neue"/>
              </a:rPr>
              <a:t>. Instead, the operator precedence and associativity rules are inferred via the grammar that defines the Java language.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8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Example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Times New Roman" pitchFamily="18" charset="0"/>
              </a:rPr>
              <a:t>Applying the operator precedence and associativity rule, the expression </a:t>
            </a:r>
          </a:p>
          <a:p>
            <a:pPr marL="114300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 + 4 * 4 &gt; 5 * (4 + 3) - 1 </a:t>
            </a:r>
            <a:r>
              <a:rPr lang="en-US" altLang="en-US" dirty="0">
                <a:cs typeface="Times New Roman" pitchFamily="18" charset="0"/>
              </a:rPr>
              <a:t>is evaluated as follows:</a:t>
            </a: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221839"/>
              </p:ext>
            </p:extLst>
          </p:nvPr>
        </p:nvGraphicFramePr>
        <p:xfrm>
          <a:off x="822325" y="1852613"/>
          <a:ext cx="6286500" cy="296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314240" imgH="2034360" progId="Word.Picture.8">
                  <p:embed/>
                </p:oleObj>
              </mc:Choice>
              <mc:Fallback>
                <p:oleObj name="Picture" r:id="rId2" imgW="4314240" imgH="203436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1852613"/>
                        <a:ext cx="6286500" cy="296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35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Operator Associativity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The assignment operators are </a:t>
            </a:r>
            <a:r>
              <a:rPr lang="en-US" altLang="en-US" i="1" dirty="0">
                <a:cs typeface="Times New Roman" pitchFamily="18" charset="0"/>
              </a:rPr>
              <a:t>right-associative:</a:t>
            </a:r>
            <a:endParaRPr lang="en-US" altLang="en-US" dirty="0"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    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b += c = 5 </a:t>
            </a:r>
            <a:r>
              <a:rPr lang="en-US" altLang="en-US" dirty="0">
                <a:cs typeface="Times New Roman" pitchFamily="18" charset="0"/>
              </a:rPr>
              <a:t>is equivalent to 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(b += (c = 5))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en-US" altLang="en-US" dirty="0"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048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EAF51C-29E6-4547-BCF8-3EA31F2E5ACE}"/>
</file>

<file path=customXml/itemProps2.xml><?xml version="1.0" encoding="utf-8"?>
<ds:datastoreItem xmlns:ds="http://schemas.openxmlformats.org/officeDocument/2006/customXml" ds:itemID="{87B1287B-1F1C-4D5C-A6B8-D3B4FA3B08D7}"/>
</file>

<file path=customXml/itemProps3.xml><?xml version="1.0" encoding="utf-8"?>
<ds:datastoreItem xmlns:ds="http://schemas.openxmlformats.org/officeDocument/2006/customXml" ds:itemID="{CBA9962A-7A76-4D03-B9BF-66BAF234988B}"/>
</file>

<file path=docProps/app.xml><?xml version="1.0" encoding="utf-8"?>
<Properties xmlns="http://schemas.openxmlformats.org/officeDocument/2006/extended-properties" xmlns:vt="http://schemas.openxmlformats.org/officeDocument/2006/docPropsVTypes">
  <TotalTime>9108</TotalTime>
  <Words>357</Words>
  <Application>Microsoft Office PowerPoint</Application>
  <PresentationFormat>On-screen Show (16:9)</PresentationFormat>
  <Paragraphs>49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Helvetica Neue</vt:lpstr>
      <vt:lpstr>Monotype Sorts</vt:lpstr>
      <vt:lpstr>Arial</vt:lpstr>
      <vt:lpstr>Courier New</vt:lpstr>
      <vt:lpstr>Times New Roman</vt:lpstr>
      <vt:lpstr>Simple Light</vt:lpstr>
      <vt:lpstr>Picture</vt:lpstr>
      <vt:lpstr>Conditional Operator and Operator Precedence</vt:lpstr>
      <vt:lpstr>Objectives: </vt:lpstr>
      <vt:lpstr>Conditional Operator</vt:lpstr>
      <vt:lpstr>Operator Precedence</vt:lpstr>
      <vt:lpstr>Example</vt:lpstr>
      <vt:lpstr>Operator Associativity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于 心瑞 Xinrui YU</cp:lastModifiedBy>
  <cp:revision>338</cp:revision>
  <dcterms:modified xsi:type="dcterms:W3CDTF">2025-09-30T11:21:47Z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